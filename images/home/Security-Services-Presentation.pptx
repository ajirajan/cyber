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1.xml" ContentType="application/vnd.openxmlformats-officedocument.themeOverr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9" r:id="rId1"/>
    <p:sldMasterId id="2147483711" r:id="rId2"/>
  </p:sldMasterIdLst>
  <p:sldIdLst>
    <p:sldId id="256" r:id="rId3"/>
    <p:sldId id="3325" r:id="rId4"/>
    <p:sldId id="3327" r:id="rId5"/>
    <p:sldId id="3310" r:id="rId6"/>
    <p:sldId id="3326" r:id="rId7"/>
    <p:sldId id="3309" r:id="rId8"/>
    <p:sldId id="3347" r:id="rId9"/>
    <p:sldId id="3354" r:id="rId10"/>
    <p:sldId id="3357" r:id="rId11"/>
    <p:sldId id="3359" r:id="rId12"/>
    <p:sldId id="3360" r:id="rId13"/>
    <p:sldId id="3361" r:id="rId14"/>
    <p:sldId id="3328" r:id="rId15"/>
    <p:sldId id="3312" r:id="rId16"/>
    <p:sldId id="3331" r:id="rId17"/>
    <p:sldId id="3332" r:id="rId18"/>
    <p:sldId id="3329" r:id="rId19"/>
    <p:sldId id="3346" r:id="rId20"/>
    <p:sldId id="3333" r:id="rId21"/>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2"/>
    <p:restoredTop sz="94666"/>
  </p:normalViewPr>
  <p:slideViewPr>
    <p:cSldViewPr snapToGrid="0">
      <p:cViewPr varScale="1">
        <p:scale>
          <a:sx n="115" d="100"/>
          <a:sy n="115" d="100"/>
        </p:scale>
        <p:origin x="57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sv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_rels/data3.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sv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_rels/drawing3.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FA8702-EE4E-4162-82B2-0AEEE97D633E}"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E4E4FA4A-2793-403D-BDC7-937FAC503FC3}">
      <dgm:prSet/>
      <dgm:spPr/>
      <dgm:t>
        <a:bodyPr/>
        <a:lstStyle/>
        <a:p>
          <a:pPr>
            <a:lnSpc>
              <a:spcPct val="100000"/>
            </a:lnSpc>
          </a:pPr>
          <a:r>
            <a:rPr lang="en-AE" b="1" dirty="0"/>
            <a:t>Security Assessment Report</a:t>
          </a:r>
          <a:r>
            <a:rPr lang="en-AE" dirty="0"/>
            <a:t>: This report summarizes the findings of the security assessment conducted on the client's systems, networks, and infrastructure. It includes an analysis of vulnerabilities, risks, and gaps in the existing security posture. </a:t>
          </a:r>
          <a:endParaRPr lang="en-US" dirty="0"/>
        </a:p>
      </dgm:t>
    </dgm:pt>
    <dgm:pt modelId="{7612929D-EC3A-4FCD-BB50-AB9B182482E2}" type="parTrans" cxnId="{2973CF16-2A98-4D0B-A6BC-C39E158E5278}">
      <dgm:prSet/>
      <dgm:spPr/>
      <dgm:t>
        <a:bodyPr/>
        <a:lstStyle/>
        <a:p>
          <a:endParaRPr lang="en-US"/>
        </a:p>
      </dgm:t>
    </dgm:pt>
    <dgm:pt modelId="{F1470577-A80A-497E-BD36-203F878E985E}" type="sibTrans" cxnId="{2973CF16-2A98-4D0B-A6BC-C39E158E5278}">
      <dgm:prSet/>
      <dgm:spPr/>
      <dgm:t>
        <a:bodyPr/>
        <a:lstStyle/>
        <a:p>
          <a:pPr>
            <a:lnSpc>
              <a:spcPct val="100000"/>
            </a:lnSpc>
          </a:pPr>
          <a:endParaRPr lang="en-US"/>
        </a:p>
      </dgm:t>
    </dgm:pt>
    <dgm:pt modelId="{5D868BCB-D2F8-4555-BFAA-4B9F9D91C855}">
      <dgm:prSet/>
      <dgm:spPr/>
      <dgm:t>
        <a:bodyPr/>
        <a:lstStyle/>
        <a:p>
          <a:pPr>
            <a:lnSpc>
              <a:spcPct val="100000"/>
            </a:lnSpc>
          </a:pPr>
          <a:r>
            <a:rPr lang="en-AE" b="1"/>
            <a:t>Security Strategy and Roadmap</a:t>
          </a:r>
          <a:r>
            <a:rPr lang="en-AE"/>
            <a:t>: Based on the assessment findings, a comprehensive security strategy and roadmap are developed. This document outlines the recommended security measures, prioritized action items, and a timeline for implementation. </a:t>
          </a:r>
          <a:endParaRPr lang="en-US"/>
        </a:p>
      </dgm:t>
    </dgm:pt>
    <dgm:pt modelId="{4685F6F9-1373-4B3E-AC13-B26044685846}" type="parTrans" cxnId="{426F132A-041C-44A9-93AE-11C76F029B37}">
      <dgm:prSet/>
      <dgm:spPr/>
      <dgm:t>
        <a:bodyPr/>
        <a:lstStyle/>
        <a:p>
          <a:endParaRPr lang="en-US"/>
        </a:p>
      </dgm:t>
    </dgm:pt>
    <dgm:pt modelId="{2E204286-35EB-4DC4-8058-CF8A7DB8B5BD}" type="sibTrans" cxnId="{426F132A-041C-44A9-93AE-11C76F029B37}">
      <dgm:prSet/>
      <dgm:spPr/>
      <dgm:t>
        <a:bodyPr/>
        <a:lstStyle/>
        <a:p>
          <a:pPr>
            <a:lnSpc>
              <a:spcPct val="100000"/>
            </a:lnSpc>
          </a:pPr>
          <a:endParaRPr lang="en-US"/>
        </a:p>
      </dgm:t>
    </dgm:pt>
    <dgm:pt modelId="{D8AB8CB2-AEBC-4900-8F51-FBDD9D275985}">
      <dgm:prSet/>
      <dgm:spPr/>
      <dgm:t>
        <a:bodyPr/>
        <a:lstStyle/>
        <a:p>
          <a:pPr>
            <a:lnSpc>
              <a:spcPct val="100000"/>
            </a:lnSpc>
          </a:pPr>
          <a:r>
            <a:rPr lang="en-AE" b="1"/>
            <a:t>Compliance Documentation:</a:t>
          </a:r>
          <a:r>
            <a:rPr lang="en-AE"/>
            <a:t> If the client needs to comply with specific industry standards or regulations, compliance documentation is prepared. This may include a gap analysis report, risk treatment plan, and evidence of compliance with relevant standards (e.g., ISO 27001 certification). </a:t>
          </a:r>
          <a:endParaRPr lang="en-US"/>
        </a:p>
      </dgm:t>
    </dgm:pt>
    <dgm:pt modelId="{E973D0E0-228A-4F1D-AB36-7CF136F9B24F}" type="parTrans" cxnId="{54329FAF-B57D-43CE-9402-71F726529946}">
      <dgm:prSet/>
      <dgm:spPr/>
      <dgm:t>
        <a:bodyPr/>
        <a:lstStyle/>
        <a:p>
          <a:endParaRPr lang="en-US"/>
        </a:p>
      </dgm:t>
    </dgm:pt>
    <dgm:pt modelId="{81E0E7F9-B8C4-4A1B-A816-0F7D0E315A22}" type="sibTrans" cxnId="{54329FAF-B57D-43CE-9402-71F726529946}">
      <dgm:prSet/>
      <dgm:spPr/>
      <dgm:t>
        <a:bodyPr/>
        <a:lstStyle/>
        <a:p>
          <a:pPr>
            <a:lnSpc>
              <a:spcPct val="100000"/>
            </a:lnSpc>
          </a:pPr>
          <a:endParaRPr lang="en-US"/>
        </a:p>
      </dgm:t>
    </dgm:pt>
    <dgm:pt modelId="{A3783172-7334-44E8-AEBC-4BFAE640CD2D}">
      <dgm:prSet/>
      <dgm:spPr/>
      <dgm:t>
        <a:bodyPr/>
        <a:lstStyle/>
        <a:p>
          <a:pPr>
            <a:lnSpc>
              <a:spcPct val="100000"/>
            </a:lnSpc>
          </a:pPr>
          <a:r>
            <a:rPr lang="en-AE" b="1"/>
            <a:t>Security Controls Implementation Plan</a:t>
          </a:r>
          <a:r>
            <a:rPr lang="en-AE"/>
            <a:t>: A detailed plan for implementing security controls and technologies is developed. This plan includes specifications for hardware/software installations, configuration guidelines, and deployment strategies. </a:t>
          </a:r>
          <a:endParaRPr lang="en-US"/>
        </a:p>
      </dgm:t>
    </dgm:pt>
    <dgm:pt modelId="{52186921-EBDD-483C-B1F1-033F59B49B59}" type="parTrans" cxnId="{174BA16E-93E2-4252-A089-4E73C59009A3}">
      <dgm:prSet/>
      <dgm:spPr/>
      <dgm:t>
        <a:bodyPr/>
        <a:lstStyle/>
        <a:p>
          <a:endParaRPr lang="en-US"/>
        </a:p>
      </dgm:t>
    </dgm:pt>
    <dgm:pt modelId="{ECA2D4EB-729F-4684-B144-89D187287EEB}" type="sibTrans" cxnId="{174BA16E-93E2-4252-A089-4E73C59009A3}">
      <dgm:prSet/>
      <dgm:spPr/>
      <dgm:t>
        <a:bodyPr/>
        <a:lstStyle/>
        <a:p>
          <a:pPr>
            <a:lnSpc>
              <a:spcPct val="100000"/>
            </a:lnSpc>
          </a:pPr>
          <a:endParaRPr lang="en-US"/>
        </a:p>
      </dgm:t>
    </dgm:pt>
    <dgm:pt modelId="{0EA4EBCB-CA70-4D37-98FD-07DB19108021}">
      <dgm:prSet/>
      <dgm:spPr/>
      <dgm:t>
        <a:bodyPr/>
        <a:lstStyle/>
        <a:p>
          <a:pPr>
            <a:lnSpc>
              <a:spcPct val="100000"/>
            </a:lnSpc>
          </a:pPr>
          <a:r>
            <a:rPr lang="en-AE" b="1"/>
            <a:t>Monitoring and Reporting Mechanisms:</a:t>
          </a:r>
          <a:r>
            <a:rPr lang="en-AE"/>
            <a:t> Recommendations are made for implementing continuous monitoring tools and reporting mechanisms to track security events, detect anomalies, and generate security reports. </a:t>
          </a:r>
          <a:endParaRPr lang="en-US"/>
        </a:p>
      </dgm:t>
    </dgm:pt>
    <dgm:pt modelId="{D01D1E1C-086E-431A-A7FA-FD6423077104}" type="parTrans" cxnId="{A94B7ABB-0B1A-4D00-8F32-972F1380E0A0}">
      <dgm:prSet/>
      <dgm:spPr/>
      <dgm:t>
        <a:bodyPr/>
        <a:lstStyle/>
        <a:p>
          <a:endParaRPr lang="en-US"/>
        </a:p>
      </dgm:t>
    </dgm:pt>
    <dgm:pt modelId="{179582BA-908A-47D4-8940-AAD9FFF063EB}" type="sibTrans" cxnId="{A94B7ABB-0B1A-4D00-8F32-972F1380E0A0}">
      <dgm:prSet/>
      <dgm:spPr/>
      <dgm:t>
        <a:bodyPr/>
        <a:lstStyle/>
        <a:p>
          <a:pPr>
            <a:lnSpc>
              <a:spcPct val="100000"/>
            </a:lnSpc>
          </a:pPr>
          <a:endParaRPr lang="en-US"/>
        </a:p>
      </dgm:t>
    </dgm:pt>
    <dgm:pt modelId="{6B0B1EF8-CF73-48D8-B370-AD80B4E26432}">
      <dgm:prSet/>
      <dgm:spPr/>
      <dgm:t>
        <a:bodyPr/>
        <a:lstStyle/>
        <a:p>
          <a:pPr>
            <a:lnSpc>
              <a:spcPct val="100000"/>
            </a:lnSpc>
          </a:pPr>
          <a:r>
            <a:rPr lang="en-AE" b="1"/>
            <a:t>Documentation and Handover:</a:t>
          </a:r>
          <a:r>
            <a:rPr lang="en-AE"/>
            <a:t> All deliverables are documented and organized for easy reference. A final handover meeting is conducted to review the deliverables with the client's stakeholders and address any questions or concerns. </a:t>
          </a:r>
          <a:endParaRPr lang="en-US"/>
        </a:p>
      </dgm:t>
    </dgm:pt>
    <dgm:pt modelId="{59B2497E-9B65-4701-866A-92BF82FF7105}" type="parTrans" cxnId="{0CA91F94-8F53-4AAE-A904-D4639C6AE4E2}">
      <dgm:prSet/>
      <dgm:spPr/>
      <dgm:t>
        <a:bodyPr/>
        <a:lstStyle/>
        <a:p>
          <a:endParaRPr lang="en-US"/>
        </a:p>
      </dgm:t>
    </dgm:pt>
    <dgm:pt modelId="{5DACA133-6906-44A9-8417-6DBEF794C312}" type="sibTrans" cxnId="{0CA91F94-8F53-4AAE-A904-D4639C6AE4E2}">
      <dgm:prSet/>
      <dgm:spPr/>
      <dgm:t>
        <a:bodyPr/>
        <a:lstStyle/>
        <a:p>
          <a:endParaRPr lang="en-US"/>
        </a:p>
      </dgm:t>
    </dgm:pt>
    <dgm:pt modelId="{3E26381D-197C-4506-89C8-8C4B41B8D29E}" type="pres">
      <dgm:prSet presAssocID="{4BFA8702-EE4E-4162-82B2-0AEEE97D633E}" presName="root" presStyleCnt="0">
        <dgm:presLayoutVars>
          <dgm:dir/>
          <dgm:resizeHandles val="exact"/>
        </dgm:presLayoutVars>
      </dgm:prSet>
      <dgm:spPr/>
    </dgm:pt>
    <dgm:pt modelId="{D74DCF37-FAC7-4BB8-B462-14AF07E736DA}" type="pres">
      <dgm:prSet presAssocID="{4BFA8702-EE4E-4162-82B2-0AEEE97D633E}" presName="container" presStyleCnt="0">
        <dgm:presLayoutVars>
          <dgm:dir/>
          <dgm:resizeHandles val="exact"/>
        </dgm:presLayoutVars>
      </dgm:prSet>
      <dgm:spPr/>
    </dgm:pt>
    <dgm:pt modelId="{F06FF38C-6CE0-4B4E-AB82-3E4D5696296B}" type="pres">
      <dgm:prSet presAssocID="{E4E4FA4A-2793-403D-BDC7-937FAC503FC3}" presName="compNode" presStyleCnt="0"/>
      <dgm:spPr/>
    </dgm:pt>
    <dgm:pt modelId="{6C9F1561-3535-4DAC-9F11-688B2D9F4400}" type="pres">
      <dgm:prSet presAssocID="{E4E4FA4A-2793-403D-BDC7-937FAC503FC3}" presName="iconBgRect" presStyleLbl="bgShp" presStyleIdx="0" presStyleCnt="6"/>
      <dgm:spPr/>
    </dgm:pt>
    <dgm:pt modelId="{A236B6BB-1501-485A-87D3-4BE2B03CA956}" type="pres">
      <dgm:prSet presAssocID="{E4E4FA4A-2793-403D-BDC7-937FAC503FC3}"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ock"/>
        </a:ext>
      </dgm:extLst>
    </dgm:pt>
    <dgm:pt modelId="{6CAB7B9D-F6B7-4D62-888E-9B6E0B46A6D6}" type="pres">
      <dgm:prSet presAssocID="{E4E4FA4A-2793-403D-BDC7-937FAC503FC3}" presName="spaceRect" presStyleCnt="0"/>
      <dgm:spPr/>
    </dgm:pt>
    <dgm:pt modelId="{27288DB8-45C0-4BB4-B848-F64807EC4C37}" type="pres">
      <dgm:prSet presAssocID="{E4E4FA4A-2793-403D-BDC7-937FAC503FC3}" presName="textRect" presStyleLbl="revTx" presStyleIdx="0" presStyleCnt="6">
        <dgm:presLayoutVars>
          <dgm:chMax val="1"/>
          <dgm:chPref val="1"/>
        </dgm:presLayoutVars>
      </dgm:prSet>
      <dgm:spPr/>
    </dgm:pt>
    <dgm:pt modelId="{3E70F879-FE93-48DC-97F7-57104A7F1ABF}" type="pres">
      <dgm:prSet presAssocID="{F1470577-A80A-497E-BD36-203F878E985E}" presName="sibTrans" presStyleLbl="sibTrans2D1" presStyleIdx="0" presStyleCnt="0"/>
      <dgm:spPr/>
    </dgm:pt>
    <dgm:pt modelId="{45E8B16E-0650-4260-8E6F-AD861920B690}" type="pres">
      <dgm:prSet presAssocID="{5D868BCB-D2F8-4555-BFAA-4B9F9D91C855}" presName="compNode" presStyleCnt="0"/>
      <dgm:spPr/>
    </dgm:pt>
    <dgm:pt modelId="{37EE9385-90D6-46BD-B1A0-C26A0D690B9F}" type="pres">
      <dgm:prSet presAssocID="{5D868BCB-D2F8-4555-BFAA-4B9F9D91C855}" presName="iconBgRect" presStyleLbl="bgShp" presStyleIdx="1" presStyleCnt="6"/>
      <dgm:spPr/>
    </dgm:pt>
    <dgm:pt modelId="{9D957290-391C-4DA4-9684-C063551FCCAD}" type="pres">
      <dgm:prSet presAssocID="{5D868BCB-D2F8-4555-BFAA-4B9F9D91C855}"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Key"/>
        </a:ext>
      </dgm:extLst>
    </dgm:pt>
    <dgm:pt modelId="{F24C046A-B3F9-4C7B-AFAF-AE92DDF912F6}" type="pres">
      <dgm:prSet presAssocID="{5D868BCB-D2F8-4555-BFAA-4B9F9D91C855}" presName="spaceRect" presStyleCnt="0"/>
      <dgm:spPr/>
    </dgm:pt>
    <dgm:pt modelId="{EEE289F6-80C3-4061-8DA8-F798BC9E449B}" type="pres">
      <dgm:prSet presAssocID="{5D868BCB-D2F8-4555-BFAA-4B9F9D91C855}" presName="textRect" presStyleLbl="revTx" presStyleIdx="1" presStyleCnt="6">
        <dgm:presLayoutVars>
          <dgm:chMax val="1"/>
          <dgm:chPref val="1"/>
        </dgm:presLayoutVars>
      </dgm:prSet>
      <dgm:spPr/>
    </dgm:pt>
    <dgm:pt modelId="{908EF5F2-533A-47E9-8D85-E453207E1C38}" type="pres">
      <dgm:prSet presAssocID="{2E204286-35EB-4DC4-8058-CF8A7DB8B5BD}" presName="sibTrans" presStyleLbl="sibTrans2D1" presStyleIdx="0" presStyleCnt="0"/>
      <dgm:spPr/>
    </dgm:pt>
    <dgm:pt modelId="{0889591E-E29F-4424-9631-48BEEF5B2FA7}" type="pres">
      <dgm:prSet presAssocID="{D8AB8CB2-AEBC-4900-8F51-FBDD9D275985}" presName="compNode" presStyleCnt="0"/>
      <dgm:spPr/>
    </dgm:pt>
    <dgm:pt modelId="{4D6E002D-6CD5-46D1-ABBC-8B1E14A89E6F}" type="pres">
      <dgm:prSet presAssocID="{D8AB8CB2-AEBC-4900-8F51-FBDD9D275985}" presName="iconBgRect" presStyleLbl="bgShp" presStyleIdx="2" presStyleCnt="6"/>
      <dgm:spPr/>
    </dgm:pt>
    <dgm:pt modelId="{BEF5CF30-1924-40A0-B94C-BC0F8145B405}" type="pres">
      <dgm:prSet presAssocID="{D8AB8CB2-AEBC-4900-8F51-FBDD9D275985}"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Judge"/>
        </a:ext>
      </dgm:extLst>
    </dgm:pt>
    <dgm:pt modelId="{32EF2E14-34E7-494E-B85A-2684303DC864}" type="pres">
      <dgm:prSet presAssocID="{D8AB8CB2-AEBC-4900-8F51-FBDD9D275985}" presName="spaceRect" presStyleCnt="0"/>
      <dgm:spPr/>
    </dgm:pt>
    <dgm:pt modelId="{2C2C9A56-E885-4F58-9190-020521591B45}" type="pres">
      <dgm:prSet presAssocID="{D8AB8CB2-AEBC-4900-8F51-FBDD9D275985}" presName="textRect" presStyleLbl="revTx" presStyleIdx="2" presStyleCnt="6">
        <dgm:presLayoutVars>
          <dgm:chMax val="1"/>
          <dgm:chPref val="1"/>
        </dgm:presLayoutVars>
      </dgm:prSet>
      <dgm:spPr/>
    </dgm:pt>
    <dgm:pt modelId="{A5CC2F59-B1FB-44AC-B7BB-6CE5EAD46044}" type="pres">
      <dgm:prSet presAssocID="{81E0E7F9-B8C4-4A1B-A816-0F7D0E315A22}" presName="sibTrans" presStyleLbl="sibTrans2D1" presStyleIdx="0" presStyleCnt="0"/>
      <dgm:spPr/>
    </dgm:pt>
    <dgm:pt modelId="{E2C2D166-0AA9-4D8F-BD0D-DEBC4AE88D99}" type="pres">
      <dgm:prSet presAssocID="{A3783172-7334-44E8-AEBC-4BFAE640CD2D}" presName="compNode" presStyleCnt="0"/>
      <dgm:spPr/>
    </dgm:pt>
    <dgm:pt modelId="{31D1D2FF-139C-49D6-8501-C07D4649D0F7}" type="pres">
      <dgm:prSet presAssocID="{A3783172-7334-44E8-AEBC-4BFAE640CD2D}" presName="iconBgRect" presStyleLbl="bgShp" presStyleIdx="3" presStyleCnt="6"/>
      <dgm:spPr/>
    </dgm:pt>
    <dgm:pt modelId="{533B0683-84CD-4509-B16B-4DF62E8514A6}" type="pres">
      <dgm:prSet presAssocID="{A3783172-7334-44E8-AEBC-4BFAE640CD2D}"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rocessor"/>
        </a:ext>
      </dgm:extLst>
    </dgm:pt>
    <dgm:pt modelId="{E8CCAD74-5933-4220-997E-23BA0663EAB2}" type="pres">
      <dgm:prSet presAssocID="{A3783172-7334-44E8-AEBC-4BFAE640CD2D}" presName="spaceRect" presStyleCnt="0"/>
      <dgm:spPr/>
    </dgm:pt>
    <dgm:pt modelId="{A72801E1-2834-4E50-8E96-CEC50A1CC421}" type="pres">
      <dgm:prSet presAssocID="{A3783172-7334-44E8-AEBC-4BFAE640CD2D}" presName="textRect" presStyleLbl="revTx" presStyleIdx="3" presStyleCnt="6">
        <dgm:presLayoutVars>
          <dgm:chMax val="1"/>
          <dgm:chPref val="1"/>
        </dgm:presLayoutVars>
      </dgm:prSet>
      <dgm:spPr/>
    </dgm:pt>
    <dgm:pt modelId="{248BE68D-78B4-448D-96FB-7EDEECFE8B0E}" type="pres">
      <dgm:prSet presAssocID="{ECA2D4EB-729F-4684-B144-89D187287EEB}" presName="sibTrans" presStyleLbl="sibTrans2D1" presStyleIdx="0" presStyleCnt="0"/>
      <dgm:spPr/>
    </dgm:pt>
    <dgm:pt modelId="{258518C6-465D-4C10-B315-C6161C7B50C3}" type="pres">
      <dgm:prSet presAssocID="{0EA4EBCB-CA70-4D37-98FD-07DB19108021}" presName="compNode" presStyleCnt="0"/>
      <dgm:spPr/>
    </dgm:pt>
    <dgm:pt modelId="{8FDF45FC-6D62-435F-A36C-B41074413CDF}" type="pres">
      <dgm:prSet presAssocID="{0EA4EBCB-CA70-4D37-98FD-07DB19108021}" presName="iconBgRect" presStyleLbl="bgShp" presStyleIdx="4" presStyleCnt="6"/>
      <dgm:spPr/>
    </dgm:pt>
    <dgm:pt modelId="{0009C8FF-61D1-4294-8772-E57518C4A4B4}" type="pres">
      <dgm:prSet presAssocID="{0EA4EBCB-CA70-4D37-98FD-07DB19108021}"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Warning"/>
        </a:ext>
      </dgm:extLst>
    </dgm:pt>
    <dgm:pt modelId="{AC3A590F-02A0-4C5F-8D8E-F95C2A2EF368}" type="pres">
      <dgm:prSet presAssocID="{0EA4EBCB-CA70-4D37-98FD-07DB19108021}" presName="spaceRect" presStyleCnt="0"/>
      <dgm:spPr/>
    </dgm:pt>
    <dgm:pt modelId="{85B9F5C5-668E-4324-97BD-ED920B680BED}" type="pres">
      <dgm:prSet presAssocID="{0EA4EBCB-CA70-4D37-98FD-07DB19108021}" presName="textRect" presStyleLbl="revTx" presStyleIdx="4" presStyleCnt="6">
        <dgm:presLayoutVars>
          <dgm:chMax val="1"/>
          <dgm:chPref val="1"/>
        </dgm:presLayoutVars>
      </dgm:prSet>
      <dgm:spPr/>
    </dgm:pt>
    <dgm:pt modelId="{3E812298-4CD8-4C59-87D1-0EB7688BD4E3}" type="pres">
      <dgm:prSet presAssocID="{179582BA-908A-47D4-8940-AAD9FFF063EB}" presName="sibTrans" presStyleLbl="sibTrans2D1" presStyleIdx="0" presStyleCnt="0"/>
      <dgm:spPr/>
    </dgm:pt>
    <dgm:pt modelId="{620C2970-EF7F-4C6C-87BE-D652CE020102}" type="pres">
      <dgm:prSet presAssocID="{6B0B1EF8-CF73-48D8-B370-AD80B4E26432}" presName="compNode" presStyleCnt="0"/>
      <dgm:spPr/>
    </dgm:pt>
    <dgm:pt modelId="{006CB8F3-51AD-44E9-932F-CF1F00CDA4E8}" type="pres">
      <dgm:prSet presAssocID="{6B0B1EF8-CF73-48D8-B370-AD80B4E26432}" presName="iconBgRect" presStyleLbl="bgShp" presStyleIdx="5" presStyleCnt="6"/>
      <dgm:spPr/>
    </dgm:pt>
    <dgm:pt modelId="{87B4D1B8-A280-4443-88D2-951FA48282E9}" type="pres">
      <dgm:prSet presAssocID="{6B0B1EF8-CF73-48D8-B370-AD80B4E26432}"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Document"/>
        </a:ext>
      </dgm:extLst>
    </dgm:pt>
    <dgm:pt modelId="{B8DF741F-05E6-41A9-9C56-C83F6D8EED4C}" type="pres">
      <dgm:prSet presAssocID="{6B0B1EF8-CF73-48D8-B370-AD80B4E26432}" presName="spaceRect" presStyleCnt="0"/>
      <dgm:spPr/>
    </dgm:pt>
    <dgm:pt modelId="{0D6A763C-7262-4F6C-BE30-141AAD0030E1}" type="pres">
      <dgm:prSet presAssocID="{6B0B1EF8-CF73-48D8-B370-AD80B4E26432}" presName="textRect" presStyleLbl="revTx" presStyleIdx="5" presStyleCnt="6">
        <dgm:presLayoutVars>
          <dgm:chMax val="1"/>
          <dgm:chPref val="1"/>
        </dgm:presLayoutVars>
      </dgm:prSet>
      <dgm:spPr/>
    </dgm:pt>
  </dgm:ptLst>
  <dgm:cxnLst>
    <dgm:cxn modelId="{2973CF16-2A98-4D0B-A6BC-C39E158E5278}" srcId="{4BFA8702-EE4E-4162-82B2-0AEEE97D633E}" destId="{E4E4FA4A-2793-403D-BDC7-937FAC503FC3}" srcOrd="0" destOrd="0" parTransId="{7612929D-EC3A-4FCD-BB50-AB9B182482E2}" sibTransId="{F1470577-A80A-497E-BD36-203F878E985E}"/>
    <dgm:cxn modelId="{B174E023-8DD2-4977-87CB-1C898E52A03C}" type="presOf" srcId="{2E204286-35EB-4DC4-8058-CF8A7DB8B5BD}" destId="{908EF5F2-533A-47E9-8D85-E453207E1C38}" srcOrd="0" destOrd="0" presId="urn:microsoft.com/office/officeart/2018/2/layout/IconCircleList"/>
    <dgm:cxn modelId="{426F132A-041C-44A9-93AE-11C76F029B37}" srcId="{4BFA8702-EE4E-4162-82B2-0AEEE97D633E}" destId="{5D868BCB-D2F8-4555-BFAA-4B9F9D91C855}" srcOrd="1" destOrd="0" parTransId="{4685F6F9-1373-4B3E-AC13-B26044685846}" sibTransId="{2E204286-35EB-4DC4-8058-CF8A7DB8B5BD}"/>
    <dgm:cxn modelId="{B7507F2A-96EA-4B78-B205-54330290F3BC}" type="presOf" srcId="{0EA4EBCB-CA70-4D37-98FD-07DB19108021}" destId="{85B9F5C5-668E-4324-97BD-ED920B680BED}" srcOrd="0" destOrd="0" presId="urn:microsoft.com/office/officeart/2018/2/layout/IconCircleList"/>
    <dgm:cxn modelId="{2C4F3242-E6B2-4E69-A5C4-0D3340A9C011}" type="presOf" srcId="{ECA2D4EB-729F-4684-B144-89D187287EEB}" destId="{248BE68D-78B4-448D-96FB-7EDEECFE8B0E}" srcOrd="0" destOrd="0" presId="urn:microsoft.com/office/officeart/2018/2/layout/IconCircleList"/>
    <dgm:cxn modelId="{4B34C352-1D48-4910-984A-2013BCCB3341}" type="presOf" srcId="{81E0E7F9-B8C4-4A1B-A816-0F7D0E315A22}" destId="{A5CC2F59-B1FB-44AC-B7BB-6CE5EAD46044}" srcOrd="0" destOrd="0" presId="urn:microsoft.com/office/officeart/2018/2/layout/IconCircleList"/>
    <dgm:cxn modelId="{F689CF69-E425-4F1A-93B7-36DB17D15ABF}" type="presOf" srcId="{E4E4FA4A-2793-403D-BDC7-937FAC503FC3}" destId="{27288DB8-45C0-4BB4-B848-F64807EC4C37}" srcOrd="0" destOrd="0" presId="urn:microsoft.com/office/officeart/2018/2/layout/IconCircleList"/>
    <dgm:cxn modelId="{174BA16E-93E2-4252-A089-4E73C59009A3}" srcId="{4BFA8702-EE4E-4162-82B2-0AEEE97D633E}" destId="{A3783172-7334-44E8-AEBC-4BFAE640CD2D}" srcOrd="3" destOrd="0" parTransId="{52186921-EBDD-483C-B1F1-033F59B49B59}" sibTransId="{ECA2D4EB-729F-4684-B144-89D187287EEB}"/>
    <dgm:cxn modelId="{9625A86F-CED9-4F54-BA18-DA701CFBB39D}" type="presOf" srcId="{6B0B1EF8-CF73-48D8-B370-AD80B4E26432}" destId="{0D6A763C-7262-4F6C-BE30-141AAD0030E1}" srcOrd="0" destOrd="0" presId="urn:microsoft.com/office/officeart/2018/2/layout/IconCircleList"/>
    <dgm:cxn modelId="{BCA3D175-BA8B-4312-AADD-30AB83E8E00A}" type="presOf" srcId="{4BFA8702-EE4E-4162-82B2-0AEEE97D633E}" destId="{3E26381D-197C-4506-89C8-8C4B41B8D29E}" srcOrd="0" destOrd="0" presId="urn:microsoft.com/office/officeart/2018/2/layout/IconCircleList"/>
    <dgm:cxn modelId="{0CA91F94-8F53-4AAE-A904-D4639C6AE4E2}" srcId="{4BFA8702-EE4E-4162-82B2-0AEEE97D633E}" destId="{6B0B1EF8-CF73-48D8-B370-AD80B4E26432}" srcOrd="5" destOrd="0" parTransId="{59B2497E-9B65-4701-866A-92BF82FF7105}" sibTransId="{5DACA133-6906-44A9-8417-6DBEF794C312}"/>
    <dgm:cxn modelId="{26E569AD-CBD9-4C0B-BE57-E5057BF6B610}" type="presOf" srcId="{A3783172-7334-44E8-AEBC-4BFAE640CD2D}" destId="{A72801E1-2834-4E50-8E96-CEC50A1CC421}" srcOrd="0" destOrd="0" presId="urn:microsoft.com/office/officeart/2018/2/layout/IconCircleList"/>
    <dgm:cxn modelId="{4D1A93AE-698A-46D9-8B27-455C7E5CB786}" type="presOf" srcId="{F1470577-A80A-497E-BD36-203F878E985E}" destId="{3E70F879-FE93-48DC-97F7-57104A7F1ABF}" srcOrd="0" destOrd="0" presId="urn:microsoft.com/office/officeart/2018/2/layout/IconCircleList"/>
    <dgm:cxn modelId="{54329FAF-B57D-43CE-9402-71F726529946}" srcId="{4BFA8702-EE4E-4162-82B2-0AEEE97D633E}" destId="{D8AB8CB2-AEBC-4900-8F51-FBDD9D275985}" srcOrd="2" destOrd="0" parTransId="{E973D0E0-228A-4F1D-AB36-7CF136F9B24F}" sibTransId="{81E0E7F9-B8C4-4A1B-A816-0F7D0E315A22}"/>
    <dgm:cxn modelId="{A94B7ABB-0B1A-4D00-8F32-972F1380E0A0}" srcId="{4BFA8702-EE4E-4162-82B2-0AEEE97D633E}" destId="{0EA4EBCB-CA70-4D37-98FD-07DB19108021}" srcOrd="4" destOrd="0" parTransId="{D01D1E1C-086E-431A-A7FA-FD6423077104}" sibTransId="{179582BA-908A-47D4-8940-AAD9FFF063EB}"/>
    <dgm:cxn modelId="{864C89CF-692C-43FA-B72E-303BAA126FE2}" type="presOf" srcId="{5D868BCB-D2F8-4555-BFAA-4B9F9D91C855}" destId="{EEE289F6-80C3-4061-8DA8-F798BC9E449B}" srcOrd="0" destOrd="0" presId="urn:microsoft.com/office/officeart/2018/2/layout/IconCircleList"/>
    <dgm:cxn modelId="{9DAF0FE6-1B4E-4CB1-8677-77E505D5785B}" type="presOf" srcId="{D8AB8CB2-AEBC-4900-8F51-FBDD9D275985}" destId="{2C2C9A56-E885-4F58-9190-020521591B45}" srcOrd="0" destOrd="0" presId="urn:microsoft.com/office/officeart/2018/2/layout/IconCircleList"/>
    <dgm:cxn modelId="{5257FAEF-F809-4E0D-900E-18A05FB4D58F}" type="presOf" srcId="{179582BA-908A-47D4-8940-AAD9FFF063EB}" destId="{3E812298-4CD8-4C59-87D1-0EB7688BD4E3}" srcOrd="0" destOrd="0" presId="urn:microsoft.com/office/officeart/2018/2/layout/IconCircleList"/>
    <dgm:cxn modelId="{7550B83B-F360-4618-BADF-CB4951734F37}" type="presParOf" srcId="{3E26381D-197C-4506-89C8-8C4B41B8D29E}" destId="{D74DCF37-FAC7-4BB8-B462-14AF07E736DA}" srcOrd="0" destOrd="0" presId="urn:microsoft.com/office/officeart/2018/2/layout/IconCircleList"/>
    <dgm:cxn modelId="{EB4A672E-B68F-4594-BEBF-629B3D739802}" type="presParOf" srcId="{D74DCF37-FAC7-4BB8-B462-14AF07E736DA}" destId="{F06FF38C-6CE0-4B4E-AB82-3E4D5696296B}" srcOrd="0" destOrd="0" presId="urn:microsoft.com/office/officeart/2018/2/layout/IconCircleList"/>
    <dgm:cxn modelId="{1A556210-1DD7-458C-8256-3E0EBB7CCB9F}" type="presParOf" srcId="{F06FF38C-6CE0-4B4E-AB82-3E4D5696296B}" destId="{6C9F1561-3535-4DAC-9F11-688B2D9F4400}" srcOrd="0" destOrd="0" presId="urn:microsoft.com/office/officeart/2018/2/layout/IconCircleList"/>
    <dgm:cxn modelId="{DE760D1E-90C4-46EF-BA88-1540500EDE55}" type="presParOf" srcId="{F06FF38C-6CE0-4B4E-AB82-3E4D5696296B}" destId="{A236B6BB-1501-485A-87D3-4BE2B03CA956}" srcOrd="1" destOrd="0" presId="urn:microsoft.com/office/officeart/2018/2/layout/IconCircleList"/>
    <dgm:cxn modelId="{F8786551-3370-44E0-8F6A-CED247C8199C}" type="presParOf" srcId="{F06FF38C-6CE0-4B4E-AB82-3E4D5696296B}" destId="{6CAB7B9D-F6B7-4D62-888E-9B6E0B46A6D6}" srcOrd="2" destOrd="0" presId="urn:microsoft.com/office/officeart/2018/2/layout/IconCircleList"/>
    <dgm:cxn modelId="{7A6FB29A-3719-4442-88A8-990D66739A01}" type="presParOf" srcId="{F06FF38C-6CE0-4B4E-AB82-3E4D5696296B}" destId="{27288DB8-45C0-4BB4-B848-F64807EC4C37}" srcOrd="3" destOrd="0" presId="urn:microsoft.com/office/officeart/2018/2/layout/IconCircleList"/>
    <dgm:cxn modelId="{15869A54-9A28-4AFE-B2F2-5D753FB3123C}" type="presParOf" srcId="{D74DCF37-FAC7-4BB8-B462-14AF07E736DA}" destId="{3E70F879-FE93-48DC-97F7-57104A7F1ABF}" srcOrd="1" destOrd="0" presId="urn:microsoft.com/office/officeart/2018/2/layout/IconCircleList"/>
    <dgm:cxn modelId="{F8FD7DB4-6AE3-4841-90B1-24FE4E740B26}" type="presParOf" srcId="{D74DCF37-FAC7-4BB8-B462-14AF07E736DA}" destId="{45E8B16E-0650-4260-8E6F-AD861920B690}" srcOrd="2" destOrd="0" presId="urn:microsoft.com/office/officeart/2018/2/layout/IconCircleList"/>
    <dgm:cxn modelId="{4710309B-6282-47CC-816E-ACFFE78BCC0B}" type="presParOf" srcId="{45E8B16E-0650-4260-8E6F-AD861920B690}" destId="{37EE9385-90D6-46BD-B1A0-C26A0D690B9F}" srcOrd="0" destOrd="0" presId="urn:microsoft.com/office/officeart/2018/2/layout/IconCircleList"/>
    <dgm:cxn modelId="{02ACBBB9-4B60-413A-83B6-475E78DB892A}" type="presParOf" srcId="{45E8B16E-0650-4260-8E6F-AD861920B690}" destId="{9D957290-391C-4DA4-9684-C063551FCCAD}" srcOrd="1" destOrd="0" presId="urn:microsoft.com/office/officeart/2018/2/layout/IconCircleList"/>
    <dgm:cxn modelId="{06681037-0A5A-4FB2-83FE-9601DEF0BC4F}" type="presParOf" srcId="{45E8B16E-0650-4260-8E6F-AD861920B690}" destId="{F24C046A-B3F9-4C7B-AFAF-AE92DDF912F6}" srcOrd="2" destOrd="0" presId="urn:microsoft.com/office/officeart/2018/2/layout/IconCircleList"/>
    <dgm:cxn modelId="{6946D952-25E8-4DEA-B03E-FAB12EDAEA28}" type="presParOf" srcId="{45E8B16E-0650-4260-8E6F-AD861920B690}" destId="{EEE289F6-80C3-4061-8DA8-F798BC9E449B}" srcOrd="3" destOrd="0" presId="urn:microsoft.com/office/officeart/2018/2/layout/IconCircleList"/>
    <dgm:cxn modelId="{19466F29-2AAC-4D15-BBFE-B8973D3C7BA8}" type="presParOf" srcId="{D74DCF37-FAC7-4BB8-B462-14AF07E736DA}" destId="{908EF5F2-533A-47E9-8D85-E453207E1C38}" srcOrd="3" destOrd="0" presId="urn:microsoft.com/office/officeart/2018/2/layout/IconCircleList"/>
    <dgm:cxn modelId="{C5493F1E-0283-48D0-9AAC-0E8C27781CDC}" type="presParOf" srcId="{D74DCF37-FAC7-4BB8-B462-14AF07E736DA}" destId="{0889591E-E29F-4424-9631-48BEEF5B2FA7}" srcOrd="4" destOrd="0" presId="urn:microsoft.com/office/officeart/2018/2/layout/IconCircleList"/>
    <dgm:cxn modelId="{CE896790-B1F8-492B-8EFA-EA63B96A4950}" type="presParOf" srcId="{0889591E-E29F-4424-9631-48BEEF5B2FA7}" destId="{4D6E002D-6CD5-46D1-ABBC-8B1E14A89E6F}" srcOrd="0" destOrd="0" presId="urn:microsoft.com/office/officeart/2018/2/layout/IconCircleList"/>
    <dgm:cxn modelId="{A58C4AD6-DEAE-4DF1-8363-781E9F0303DF}" type="presParOf" srcId="{0889591E-E29F-4424-9631-48BEEF5B2FA7}" destId="{BEF5CF30-1924-40A0-B94C-BC0F8145B405}" srcOrd="1" destOrd="0" presId="urn:microsoft.com/office/officeart/2018/2/layout/IconCircleList"/>
    <dgm:cxn modelId="{28946CA5-3227-4DBE-9BEC-5F26F77AFA29}" type="presParOf" srcId="{0889591E-E29F-4424-9631-48BEEF5B2FA7}" destId="{32EF2E14-34E7-494E-B85A-2684303DC864}" srcOrd="2" destOrd="0" presId="urn:microsoft.com/office/officeart/2018/2/layout/IconCircleList"/>
    <dgm:cxn modelId="{C92B9FCE-7AD3-4CB5-A37C-335C867AB631}" type="presParOf" srcId="{0889591E-E29F-4424-9631-48BEEF5B2FA7}" destId="{2C2C9A56-E885-4F58-9190-020521591B45}" srcOrd="3" destOrd="0" presId="urn:microsoft.com/office/officeart/2018/2/layout/IconCircleList"/>
    <dgm:cxn modelId="{DE321649-92AF-44C6-9B87-CEA496C72644}" type="presParOf" srcId="{D74DCF37-FAC7-4BB8-B462-14AF07E736DA}" destId="{A5CC2F59-B1FB-44AC-B7BB-6CE5EAD46044}" srcOrd="5" destOrd="0" presId="urn:microsoft.com/office/officeart/2018/2/layout/IconCircleList"/>
    <dgm:cxn modelId="{656BA0D1-C8A6-4E13-8D8E-E51E5CF06C8D}" type="presParOf" srcId="{D74DCF37-FAC7-4BB8-B462-14AF07E736DA}" destId="{E2C2D166-0AA9-4D8F-BD0D-DEBC4AE88D99}" srcOrd="6" destOrd="0" presId="urn:microsoft.com/office/officeart/2018/2/layout/IconCircleList"/>
    <dgm:cxn modelId="{E6BBD2BA-9F96-4077-8126-5C4E3193C85C}" type="presParOf" srcId="{E2C2D166-0AA9-4D8F-BD0D-DEBC4AE88D99}" destId="{31D1D2FF-139C-49D6-8501-C07D4649D0F7}" srcOrd="0" destOrd="0" presId="urn:microsoft.com/office/officeart/2018/2/layout/IconCircleList"/>
    <dgm:cxn modelId="{10AAC35E-8BD4-4EC8-8245-35E9A36291AE}" type="presParOf" srcId="{E2C2D166-0AA9-4D8F-BD0D-DEBC4AE88D99}" destId="{533B0683-84CD-4509-B16B-4DF62E8514A6}" srcOrd="1" destOrd="0" presId="urn:microsoft.com/office/officeart/2018/2/layout/IconCircleList"/>
    <dgm:cxn modelId="{FD215632-8EAB-4BCF-A1E8-E0A66ADFF5FF}" type="presParOf" srcId="{E2C2D166-0AA9-4D8F-BD0D-DEBC4AE88D99}" destId="{E8CCAD74-5933-4220-997E-23BA0663EAB2}" srcOrd="2" destOrd="0" presId="urn:microsoft.com/office/officeart/2018/2/layout/IconCircleList"/>
    <dgm:cxn modelId="{30DEB5BA-4C35-45EB-91FE-095BC1AD7320}" type="presParOf" srcId="{E2C2D166-0AA9-4D8F-BD0D-DEBC4AE88D99}" destId="{A72801E1-2834-4E50-8E96-CEC50A1CC421}" srcOrd="3" destOrd="0" presId="urn:microsoft.com/office/officeart/2018/2/layout/IconCircleList"/>
    <dgm:cxn modelId="{544E81F8-39E3-458C-92C3-1D5A208C6EC7}" type="presParOf" srcId="{D74DCF37-FAC7-4BB8-B462-14AF07E736DA}" destId="{248BE68D-78B4-448D-96FB-7EDEECFE8B0E}" srcOrd="7" destOrd="0" presId="urn:microsoft.com/office/officeart/2018/2/layout/IconCircleList"/>
    <dgm:cxn modelId="{FAE4F0B2-A427-4033-BF2F-9D6D215785CE}" type="presParOf" srcId="{D74DCF37-FAC7-4BB8-B462-14AF07E736DA}" destId="{258518C6-465D-4C10-B315-C6161C7B50C3}" srcOrd="8" destOrd="0" presId="urn:microsoft.com/office/officeart/2018/2/layout/IconCircleList"/>
    <dgm:cxn modelId="{14F89975-336E-4661-B91A-481AABB93662}" type="presParOf" srcId="{258518C6-465D-4C10-B315-C6161C7B50C3}" destId="{8FDF45FC-6D62-435F-A36C-B41074413CDF}" srcOrd="0" destOrd="0" presId="urn:microsoft.com/office/officeart/2018/2/layout/IconCircleList"/>
    <dgm:cxn modelId="{A9B0B4E5-43A4-4B19-8384-E5DC753C4C64}" type="presParOf" srcId="{258518C6-465D-4C10-B315-C6161C7B50C3}" destId="{0009C8FF-61D1-4294-8772-E57518C4A4B4}" srcOrd="1" destOrd="0" presId="urn:microsoft.com/office/officeart/2018/2/layout/IconCircleList"/>
    <dgm:cxn modelId="{13027B35-95F9-419F-9669-F3AADD4C19C8}" type="presParOf" srcId="{258518C6-465D-4C10-B315-C6161C7B50C3}" destId="{AC3A590F-02A0-4C5F-8D8E-F95C2A2EF368}" srcOrd="2" destOrd="0" presId="urn:microsoft.com/office/officeart/2018/2/layout/IconCircleList"/>
    <dgm:cxn modelId="{B8484C76-82B6-4EE1-A603-DE2E5FD996F1}" type="presParOf" srcId="{258518C6-465D-4C10-B315-C6161C7B50C3}" destId="{85B9F5C5-668E-4324-97BD-ED920B680BED}" srcOrd="3" destOrd="0" presId="urn:microsoft.com/office/officeart/2018/2/layout/IconCircleList"/>
    <dgm:cxn modelId="{E35F9671-35B0-4F9C-9ACD-5A3924218DD0}" type="presParOf" srcId="{D74DCF37-FAC7-4BB8-B462-14AF07E736DA}" destId="{3E812298-4CD8-4C59-87D1-0EB7688BD4E3}" srcOrd="9" destOrd="0" presId="urn:microsoft.com/office/officeart/2018/2/layout/IconCircleList"/>
    <dgm:cxn modelId="{617B4814-E893-457C-BDD1-81F7CED41DD4}" type="presParOf" srcId="{D74DCF37-FAC7-4BB8-B462-14AF07E736DA}" destId="{620C2970-EF7F-4C6C-87BE-D652CE020102}" srcOrd="10" destOrd="0" presId="urn:microsoft.com/office/officeart/2018/2/layout/IconCircleList"/>
    <dgm:cxn modelId="{8B3D70C8-1F72-44CC-B116-FD04A867DCD8}" type="presParOf" srcId="{620C2970-EF7F-4C6C-87BE-D652CE020102}" destId="{006CB8F3-51AD-44E9-932F-CF1F00CDA4E8}" srcOrd="0" destOrd="0" presId="urn:microsoft.com/office/officeart/2018/2/layout/IconCircleList"/>
    <dgm:cxn modelId="{18A74A95-AAE0-4A61-8A02-E7D6821E7AA4}" type="presParOf" srcId="{620C2970-EF7F-4C6C-87BE-D652CE020102}" destId="{87B4D1B8-A280-4443-88D2-951FA48282E9}" srcOrd="1" destOrd="0" presId="urn:microsoft.com/office/officeart/2018/2/layout/IconCircleList"/>
    <dgm:cxn modelId="{9C460341-0C35-457C-B26C-FC57345F6338}" type="presParOf" srcId="{620C2970-EF7F-4C6C-87BE-D652CE020102}" destId="{B8DF741F-05E6-41A9-9C56-C83F6D8EED4C}" srcOrd="2" destOrd="0" presId="urn:microsoft.com/office/officeart/2018/2/layout/IconCircleList"/>
    <dgm:cxn modelId="{B8A3F690-9F01-4650-84B1-0C8B71AA6EB7}" type="presParOf" srcId="{620C2970-EF7F-4C6C-87BE-D652CE020102}" destId="{0D6A763C-7262-4F6C-BE30-141AAD0030E1}"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CD27F39-05C5-46C7-9B7B-ACB10BC72C2E}"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US"/>
        </a:p>
      </dgm:t>
    </dgm:pt>
    <dgm:pt modelId="{10E385E9-40E4-4312-A713-CC9F57A6DB72}">
      <dgm:prSet custT="1"/>
      <dgm:spPr/>
      <dgm:t>
        <a:bodyPr/>
        <a:lstStyle/>
        <a:p>
          <a:pPr algn="justLow"/>
          <a:r>
            <a:rPr lang="en-AE" sz="800" b="1" dirty="0"/>
            <a:t>Identify Data Owners:</a:t>
          </a:r>
          <a:r>
            <a:rPr lang="en-AE" sz="800" dirty="0"/>
            <a:t> Assign ownership of data to individuals or departments within the organization. Data owners are responsible for determining the sensitivity and value of the data they manage. </a:t>
          </a:r>
          <a:endParaRPr lang="en-US" sz="800" dirty="0"/>
        </a:p>
      </dgm:t>
    </dgm:pt>
    <dgm:pt modelId="{EC954028-50D9-4A32-8100-3B70F2539414}" type="parTrans" cxnId="{71540F7C-B618-441B-8675-67D0E89EF5EE}">
      <dgm:prSet/>
      <dgm:spPr/>
      <dgm:t>
        <a:bodyPr/>
        <a:lstStyle/>
        <a:p>
          <a:endParaRPr lang="en-US" sz="2800"/>
        </a:p>
      </dgm:t>
    </dgm:pt>
    <dgm:pt modelId="{3347755E-2A34-471C-AD4B-56E9A369EC3F}" type="sibTrans" cxnId="{71540F7C-B618-441B-8675-67D0E89EF5EE}">
      <dgm:prSet custT="1"/>
      <dgm:spPr/>
      <dgm:t>
        <a:bodyPr/>
        <a:lstStyle/>
        <a:p>
          <a:endParaRPr lang="en-US" sz="700"/>
        </a:p>
      </dgm:t>
    </dgm:pt>
    <dgm:pt modelId="{4723715B-F6C9-4E8E-9621-2BB28B969E18}">
      <dgm:prSet custT="1"/>
      <dgm:spPr/>
      <dgm:t>
        <a:bodyPr/>
        <a:lstStyle/>
        <a:p>
          <a:r>
            <a:rPr lang="en-AE" sz="550" b="1" dirty="0"/>
            <a:t>Define Data Classification Levels</a:t>
          </a:r>
          <a:r>
            <a:rPr lang="en-AE" sz="550" dirty="0"/>
            <a:t>: Establish a classification scheme that defines different levels of sensitivity or confidentiality for data. Common classification levels include: </a:t>
          </a:r>
          <a:endParaRPr lang="en-US" sz="550" dirty="0"/>
        </a:p>
      </dgm:t>
    </dgm:pt>
    <dgm:pt modelId="{234AA0CC-27B9-46A3-9657-8EB770DFC2A1}" type="parTrans" cxnId="{DF6543EE-42A5-4E3F-B56C-879E0CB6A05F}">
      <dgm:prSet/>
      <dgm:spPr/>
      <dgm:t>
        <a:bodyPr/>
        <a:lstStyle/>
        <a:p>
          <a:endParaRPr lang="en-US" sz="2800"/>
        </a:p>
      </dgm:t>
    </dgm:pt>
    <dgm:pt modelId="{0C339F04-47BF-4225-B230-1001B1762F10}" type="sibTrans" cxnId="{DF6543EE-42A5-4E3F-B56C-879E0CB6A05F}">
      <dgm:prSet custT="1"/>
      <dgm:spPr/>
      <dgm:t>
        <a:bodyPr/>
        <a:lstStyle/>
        <a:p>
          <a:endParaRPr lang="en-US" sz="700"/>
        </a:p>
      </dgm:t>
    </dgm:pt>
    <dgm:pt modelId="{8E873E04-C481-46AE-80D7-1EC8125A444C}">
      <dgm:prSet custT="1"/>
      <dgm:spPr/>
      <dgm:t>
        <a:bodyPr/>
        <a:lstStyle/>
        <a:p>
          <a:r>
            <a:rPr lang="en-AE" sz="550" dirty="0"/>
            <a:t>Public: Data that is intended for unrestricted access and does not contain sensitive information. </a:t>
          </a:r>
          <a:endParaRPr lang="en-US" sz="550" dirty="0"/>
        </a:p>
      </dgm:t>
    </dgm:pt>
    <dgm:pt modelId="{AA9DE9E8-7615-4D41-A36C-688B4D4023C9}" type="parTrans" cxnId="{42851C5E-E0D5-47B1-8C97-11AEB39F886A}">
      <dgm:prSet/>
      <dgm:spPr/>
      <dgm:t>
        <a:bodyPr/>
        <a:lstStyle/>
        <a:p>
          <a:endParaRPr lang="en-US" sz="2800"/>
        </a:p>
      </dgm:t>
    </dgm:pt>
    <dgm:pt modelId="{F87003FD-06C1-45AE-B689-9609B143F5C9}" type="sibTrans" cxnId="{42851C5E-E0D5-47B1-8C97-11AEB39F886A}">
      <dgm:prSet/>
      <dgm:spPr/>
      <dgm:t>
        <a:bodyPr/>
        <a:lstStyle/>
        <a:p>
          <a:endParaRPr lang="en-US" sz="2800"/>
        </a:p>
      </dgm:t>
    </dgm:pt>
    <dgm:pt modelId="{9B3FE6EF-C948-49D8-8BCD-9CADDC9A1033}">
      <dgm:prSet custT="1"/>
      <dgm:spPr/>
      <dgm:t>
        <a:bodyPr/>
        <a:lstStyle/>
        <a:p>
          <a:r>
            <a:rPr lang="en-AE" sz="550" dirty="0"/>
            <a:t>Internal Use Only: Data that is restricted to employees and authorized personnel within the organization. </a:t>
          </a:r>
          <a:endParaRPr lang="en-US" sz="550" dirty="0"/>
        </a:p>
      </dgm:t>
    </dgm:pt>
    <dgm:pt modelId="{99E0BED7-6C68-4551-9D35-A81BADA88638}" type="parTrans" cxnId="{B192FF4F-BD80-42D6-B66B-F60C2206A92C}">
      <dgm:prSet/>
      <dgm:spPr/>
      <dgm:t>
        <a:bodyPr/>
        <a:lstStyle/>
        <a:p>
          <a:endParaRPr lang="en-US" sz="2800"/>
        </a:p>
      </dgm:t>
    </dgm:pt>
    <dgm:pt modelId="{648D2744-D4DE-4E40-B998-87CB874D1F37}" type="sibTrans" cxnId="{B192FF4F-BD80-42D6-B66B-F60C2206A92C}">
      <dgm:prSet/>
      <dgm:spPr/>
      <dgm:t>
        <a:bodyPr/>
        <a:lstStyle/>
        <a:p>
          <a:endParaRPr lang="en-US" sz="2800"/>
        </a:p>
      </dgm:t>
    </dgm:pt>
    <dgm:pt modelId="{7823D2E3-631C-42D7-8529-CA9DBBE80304}">
      <dgm:prSet custT="1"/>
      <dgm:spPr/>
      <dgm:t>
        <a:bodyPr/>
        <a:lstStyle/>
        <a:p>
          <a:r>
            <a:rPr lang="en-AE" sz="550" dirty="0"/>
            <a:t>Confidential: Data that is sensitive and requires protection from unauthorized access or disclosure. </a:t>
          </a:r>
          <a:endParaRPr lang="en-US" sz="550" dirty="0"/>
        </a:p>
      </dgm:t>
    </dgm:pt>
    <dgm:pt modelId="{AD4879DF-9F10-45AE-80AC-1F386BA87A7D}" type="parTrans" cxnId="{3B782765-C4BB-4A8C-A52A-41DDBA22D09B}">
      <dgm:prSet/>
      <dgm:spPr/>
      <dgm:t>
        <a:bodyPr/>
        <a:lstStyle/>
        <a:p>
          <a:endParaRPr lang="en-US" sz="2800"/>
        </a:p>
      </dgm:t>
    </dgm:pt>
    <dgm:pt modelId="{6985CCF1-4A4A-4A38-B4DC-1896DC23FB5D}" type="sibTrans" cxnId="{3B782765-C4BB-4A8C-A52A-41DDBA22D09B}">
      <dgm:prSet/>
      <dgm:spPr/>
      <dgm:t>
        <a:bodyPr/>
        <a:lstStyle/>
        <a:p>
          <a:endParaRPr lang="en-US" sz="2800"/>
        </a:p>
      </dgm:t>
    </dgm:pt>
    <dgm:pt modelId="{37037352-A851-4E13-8989-7D08C0AE69E0}">
      <dgm:prSet custT="1"/>
      <dgm:spPr/>
      <dgm:t>
        <a:bodyPr/>
        <a:lstStyle/>
        <a:p>
          <a:r>
            <a:rPr lang="en-AE" sz="550" dirty="0"/>
            <a:t>Restricted: Highly sensitive data that is subject to strict access controls and additional security measures. </a:t>
          </a:r>
          <a:endParaRPr lang="en-US" sz="550" dirty="0"/>
        </a:p>
      </dgm:t>
    </dgm:pt>
    <dgm:pt modelId="{7A1CED7D-55FC-4E2C-9E20-3E806B552EC4}" type="parTrans" cxnId="{06E9D7D0-4A92-46F8-9895-EFB24AC9C008}">
      <dgm:prSet/>
      <dgm:spPr/>
      <dgm:t>
        <a:bodyPr/>
        <a:lstStyle/>
        <a:p>
          <a:endParaRPr lang="en-US" sz="2800"/>
        </a:p>
      </dgm:t>
    </dgm:pt>
    <dgm:pt modelId="{F02130A7-32BF-477C-AE1C-6BD0D19AB631}" type="sibTrans" cxnId="{06E9D7D0-4A92-46F8-9895-EFB24AC9C008}">
      <dgm:prSet/>
      <dgm:spPr/>
      <dgm:t>
        <a:bodyPr/>
        <a:lstStyle/>
        <a:p>
          <a:endParaRPr lang="en-US" sz="2800"/>
        </a:p>
      </dgm:t>
    </dgm:pt>
    <dgm:pt modelId="{CCE88EA6-F109-4B46-AC61-69E30BF2B5DC}">
      <dgm:prSet custT="1"/>
      <dgm:spPr/>
      <dgm:t>
        <a:bodyPr/>
        <a:lstStyle/>
        <a:p>
          <a:pPr algn="just"/>
          <a:r>
            <a:rPr lang="en-AE" sz="800" b="1" dirty="0"/>
            <a:t>Inventory Data Assets:</a:t>
          </a:r>
          <a:r>
            <a:rPr lang="en-AE" sz="800" dirty="0"/>
            <a:t> Identify and catalog all data assets within the organization, including databases, files, documents, and other data repositories. </a:t>
          </a:r>
          <a:endParaRPr lang="en-US" sz="800" dirty="0"/>
        </a:p>
      </dgm:t>
    </dgm:pt>
    <dgm:pt modelId="{4F14D0F0-E863-4E0E-A19E-AE422DB1909F}" type="parTrans" cxnId="{3A57FBBD-B731-44FF-A36D-B63E8E4F9232}">
      <dgm:prSet/>
      <dgm:spPr/>
      <dgm:t>
        <a:bodyPr/>
        <a:lstStyle/>
        <a:p>
          <a:endParaRPr lang="en-US" sz="2800"/>
        </a:p>
      </dgm:t>
    </dgm:pt>
    <dgm:pt modelId="{0DB24138-3269-4CB7-9213-C6F0FF606F74}" type="sibTrans" cxnId="{3A57FBBD-B731-44FF-A36D-B63E8E4F9232}">
      <dgm:prSet custT="1"/>
      <dgm:spPr/>
      <dgm:t>
        <a:bodyPr/>
        <a:lstStyle/>
        <a:p>
          <a:endParaRPr lang="en-US" sz="700"/>
        </a:p>
      </dgm:t>
    </dgm:pt>
    <dgm:pt modelId="{BBF3037E-FC74-44D6-AE08-9E30A84E446A}">
      <dgm:prSet custT="1"/>
      <dgm:spPr/>
      <dgm:t>
        <a:bodyPr/>
        <a:lstStyle/>
        <a:p>
          <a:pPr algn="just"/>
          <a:r>
            <a:rPr lang="en-AE" sz="800" b="1" dirty="0"/>
            <a:t>Assign Classification Labels:</a:t>
          </a:r>
          <a:r>
            <a:rPr lang="en-AE" sz="800" dirty="0"/>
            <a:t> Apply appropriate classification labels to each data asset based on its sensitivity and value. This labeling may be manual or automated, depending on the organization's capabilities and tools. </a:t>
          </a:r>
          <a:endParaRPr lang="en-US" sz="800" dirty="0"/>
        </a:p>
      </dgm:t>
    </dgm:pt>
    <dgm:pt modelId="{3A9EB2A6-4C12-43D9-BC46-BF36B0ECA857}" type="parTrans" cxnId="{F828F8DA-52FB-48C0-B6E6-2C9753EBE31F}">
      <dgm:prSet/>
      <dgm:spPr/>
      <dgm:t>
        <a:bodyPr/>
        <a:lstStyle/>
        <a:p>
          <a:endParaRPr lang="en-US" sz="2800"/>
        </a:p>
      </dgm:t>
    </dgm:pt>
    <dgm:pt modelId="{E2DB5296-5466-469E-BA92-EBD161492E1F}" type="sibTrans" cxnId="{F828F8DA-52FB-48C0-B6E6-2C9753EBE31F}">
      <dgm:prSet custT="1"/>
      <dgm:spPr/>
      <dgm:t>
        <a:bodyPr/>
        <a:lstStyle/>
        <a:p>
          <a:endParaRPr lang="en-US" sz="700"/>
        </a:p>
      </dgm:t>
    </dgm:pt>
    <dgm:pt modelId="{617E53E0-FC7A-4A6E-911F-F9B0F0AB8A70}">
      <dgm:prSet custT="1"/>
      <dgm:spPr/>
      <dgm:t>
        <a:bodyPr/>
        <a:lstStyle/>
        <a:p>
          <a:pPr algn="just"/>
          <a:r>
            <a:rPr lang="en-AE" sz="800" b="1" dirty="0"/>
            <a:t>Establish Handling Procedures</a:t>
          </a:r>
          <a:r>
            <a:rPr lang="en-AE" sz="800" dirty="0"/>
            <a:t>: Develop and communicate procedures for handling, storing, transmitting, and disposing of data based on its classification. This ensures that employees understand their responsibilities for protecting sensitive information and complying with data protection policies. </a:t>
          </a:r>
          <a:endParaRPr lang="en-US" sz="800" dirty="0"/>
        </a:p>
      </dgm:t>
    </dgm:pt>
    <dgm:pt modelId="{A3C44036-9C7D-4480-B308-F95997745D61}" type="parTrans" cxnId="{C8FE920D-C034-44E6-B661-760E8727DEC7}">
      <dgm:prSet/>
      <dgm:spPr/>
      <dgm:t>
        <a:bodyPr/>
        <a:lstStyle/>
        <a:p>
          <a:endParaRPr lang="en-US" sz="2800"/>
        </a:p>
      </dgm:t>
    </dgm:pt>
    <dgm:pt modelId="{A0DCF101-A7B9-4133-AC3A-3272670A15B7}" type="sibTrans" cxnId="{C8FE920D-C034-44E6-B661-760E8727DEC7}">
      <dgm:prSet custT="1"/>
      <dgm:spPr/>
      <dgm:t>
        <a:bodyPr/>
        <a:lstStyle/>
        <a:p>
          <a:endParaRPr lang="en-US" sz="700"/>
        </a:p>
      </dgm:t>
    </dgm:pt>
    <dgm:pt modelId="{9A176EC7-2E52-48D9-B34E-1FD9ED508D8C}">
      <dgm:prSet custT="1"/>
      <dgm:spPr/>
      <dgm:t>
        <a:bodyPr/>
        <a:lstStyle/>
        <a:p>
          <a:pPr algn="just"/>
          <a:r>
            <a:rPr lang="en-AE" sz="800" b="1"/>
            <a:t>Monitor and Audit Access</a:t>
          </a:r>
          <a:r>
            <a:rPr lang="en-AE" sz="800"/>
            <a:t>: Implement monitoring and auditing mechanisms to track access to sensitive data and detect any unauthorized or suspicious activities. Regularly review access logs and audit trails to ensure compliance with security policies and regulations. </a:t>
          </a:r>
          <a:endParaRPr lang="en-US" sz="800"/>
        </a:p>
      </dgm:t>
    </dgm:pt>
    <dgm:pt modelId="{1AD17383-9A71-4770-AFB1-0BBD0D588ABD}" type="parTrans" cxnId="{DA10CE26-3F09-48F5-BF26-D86BC859B028}">
      <dgm:prSet/>
      <dgm:spPr/>
      <dgm:t>
        <a:bodyPr/>
        <a:lstStyle/>
        <a:p>
          <a:endParaRPr lang="en-US" sz="2800"/>
        </a:p>
      </dgm:t>
    </dgm:pt>
    <dgm:pt modelId="{11966A93-B9B3-4C3C-B32C-D9B03529A284}" type="sibTrans" cxnId="{DA10CE26-3F09-48F5-BF26-D86BC859B028}">
      <dgm:prSet custT="1"/>
      <dgm:spPr/>
      <dgm:t>
        <a:bodyPr/>
        <a:lstStyle/>
        <a:p>
          <a:endParaRPr lang="en-US" sz="700"/>
        </a:p>
      </dgm:t>
    </dgm:pt>
    <dgm:pt modelId="{DCA8B314-694E-4049-8660-34987BA7300F}">
      <dgm:prSet custT="1"/>
      <dgm:spPr/>
      <dgm:t>
        <a:bodyPr/>
        <a:lstStyle/>
        <a:p>
          <a:pPr algn="just"/>
          <a:r>
            <a:rPr lang="en-AE" sz="800" b="1" dirty="0"/>
            <a:t>Review and Update Classification</a:t>
          </a:r>
          <a:r>
            <a:rPr lang="en-AE" sz="800" dirty="0"/>
            <a:t>: Regularly review and update the classification of data assets as their sensitivity or value changes over time. This may be triggered by changes in business requirements, regulatory requirements, or the data itself. </a:t>
          </a:r>
          <a:endParaRPr lang="en-US" sz="800" dirty="0"/>
        </a:p>
      </dgm:t>
    </dgm:pt>
    <dgm:pt modelId="{C74ED4C1-0052-4C1D-9DE8-87ED171CB41F}" type="parTrans" cxnId="{FD0E1E5D-21DD-41C6-8E25-A5F50484326D}">
      <dgm:prSet/>
      <dgm:spPr/>
      <dgm:t>
        <a:bodyPr/>
        <a:lstStyle/>
        <a:p>
          <a:endParaRPr lang="en-US" sz="2800"/>
        </a:p>
      </dgm:t>
    </dgm:pt>
    <dgm:pt modelId="{1F2D75C8-24F5-4D77-8FE1-12FE4207EFE6}" type="sibTrans" cxnId="{FD0E1E5D-21DD-41C6-8E25-A5F50484326D}">
      <dgm:prSet custT="1"/>
      <dgm:spPr/>
      <dgm:t>
        <a:bodyPr/>
        <a:lstStyle/>
        <a:p>
          <a:pPr rtl="0"/>
          <a:endParaRPr lang="en-US" sz="700"/>
        </a:p>
      </dgm:t>
    </dgm:pt>
    <dgm:pt modelId="{0A1CB772-BDF9-4A37-B8ED-188B96454D2C}">
      <dgm:prSet custT="1"/>
      <dgm:spPr/>
      <dgm:t>
        <a:bodyPr/>
        <a:lstStyle/>
        <a:p>
          <a:pPr algn="just"/>
          <a:r>
            <a:rPr lang="en-AE" sz="800" b="1" dirty="0"/>
            <a:t>Provide Training and Awareness:</a:t>
          </a:r>
          <a:r>
            <a:rPr lang="en-AE" sz="800" dirty="0"/>
            <a:t> Conduct training and awareness programs to educate employees about the importance of data classification, their roles and responsibilities in protecting sensitive information, and the procedures for handling classified data securely. </a:t>
          </a:r>
          <a:endParaRPr lang="en-US" sz="800" dirty="0"/>
        </a:p>
      </dgm:t>
    </dgm:pt>
    <dgm:pt modelId="{D5A602B0-7A9C-45F0-B2FC-70157F594F7A}" type="parTrans" cxnId="{E3C12AD5-5EBB-4284-B729-0DAE13B803B4}">
      <dgm:prSet/>
      <dgm:spPr/>
      <dgm:t>
        <a:bodyPr/>
        <a:lstStyle/>
        <a:p>
          <a:endParaRPr lang="en-US" sz="2800"/>
        </a:p>
      </dgm:t>
    </dgm:pt>
    <dgm:pt modelId="{D3EDC4CF-0084-4B62-8021-23E861B0B536}" type="sibTrans" cxnId="{E3C12AD5-5EBB-4284-B729-0DAE13B803B4}">
      <dgm:prSet/>
      <dgm:spPr/>
      <dgm:t>
        <a:bodyPr/>
        <a:lstStyle/>
        <a:p>
          <a:endParaRPr lang="en-US" sz="2800"/>
        </a:p>
      </dgm:t>
    </dgm:pt>
    <dgm:pt modelId="{C8095D14-30DE-8E40-B3D4-D88C3FF148EF}" type="pres">
      <dgm:prSet presAssocID="{ECD27F39-05C5-46C7-9B7B-ACB10BC72C2E}" presName="diagram" presStyleCnt="0">
        <dgm:presLayoutVars>
          <dgm:dir/>
          <dgm:resizeHandles val="exact"/>
        </dgm:presLayoutVars>
      </dgm:prSet>
      <dgm:spPr/>
    </dgm:pt>
    <dgm:pt modelId="{6FA4BDEB-4BAE-3745-BE32-0883B0F8DAE1}" type="pres">
      <dgm:prSet presAssocID="{10E385E9-40E4-4312-A713-CC9F57A6DB72}" presName="node" presStyleLbl="node1" presStyleIdx="0" presStyleCnt="8" custScaleX="166012" custScaleY="112734">
        <dgm:presLayoutVars>
          <dgm:bulletEnabled val="1"/>
        </dgm:presLayoutVars>
      </dgm:prSet>
      <dgm:spPr/>
    </dgm:pt>
    <dgm:pt modelId="{C4A63115-F908-0D4F-A48A-E0887C8C3B3E}" type="pres">
      <dgm:prSet presAssocID="{3347755E-2A34-471C-AD4B-56E9A369EC3F}" presName="sibTrans" presStyleLbl="sibTrans2D1" presStyleIdx="0" presStyleCnt="7"/>
      <dgm:spPr/>
    </dgm:pt>
    <dgm:pt modelId="{A084D4BF-913F-A74F-ABF8-261F1D19EC17}" type="pres">
      <dgm:prSet presAssocID="{3347755E-2A34-471C-AD4B-56E9A369EC3F}" presName="connectorText" presStyleLbl="sibTrans2D1" presStyleIdx="0" presStyleCnt="7"/>
      <dgm:spPr/>
    </dgm:pt>
    <dgm:pt modelId="{E5A4AFC6-BE18-FF40-97D4-79D458B8ED38}" type="pres">
      <dgm:prSet presAssocID="{4723715B-F6C9-4E8E-9621-2BB28B969E18}" presName="node" presStyleLbl="node1" presStyleIdx="1" presStyleCnt="8" custScaleX="177982" custScaleY="103081">
        <dgm:presLayoutVars>
          <dgm:bulletEnabled val="1"/>
        </dgm:presLayoutVars>
      </dgm:prSet>
      <dgm:spPr/>
    </dgm:pt>
    <dgm:pt modelId="{07BC2158-C5DF-BC4A-B713-D20B1AA08C24}" type="pres">
      <dgm:prSet presAssocID="{0C339F04-47BF-4225-B230-1001B1762F10}" presName="sibTrans" presStyleLbl="sibTrans2D1" presStyleIdx="1" presStyleCnt="7"/>
      <dgm:spPr/>
    </dgm:pt>
    <dgm:pt modelId="{65E7AC1F-1A39-5642-86C7-81E8D6E63610}" type="pres">
      <dgm:prSet presAssocID="{0C339F04-47BF-4225-B230-1001B1762F10}" presName="connectorText" presStyleLbl="sibTrans2D1" presStyleIdx="1" presStyleCnt="7"/>
      <dgm:spPr/>
    </dgm:pt>
    <dgm:pt modelId="{1028B56B-6EA4-3C49-B295-A54CD0BDE87D}" type="pres">
      <dgm:prSet presAssocID="{CCE88EA6-F109-4B46-AC61-69E30BF2B5DC}" presName="node" presStyleLbl="node1" presStyleIdx="2" presStyleCnt="8" custScaleX="178829">
        <dgm:presLayoutVars>
          <dgm:bulletEnabled val="1"/>
        </dgm:presLayoutVars>
      </dgm:prSet>
      <dgm:spPr/>
    </dgm:pt>
    <dgm:pt modelId="{43E08C38-78E8-6240-B017-5793E9BA0AF8}" type="pres">
      <dgm:prSet presAssocID="{0DB24138-3269-4CB7-9213-C6F0FF606F74}" presName="sibTrans" presStyleLbl="sibTrans2D1" presStyleIdx="2" presStyleCnt="7"/>
      <dgm:spPr/>
    </dgm:pt>
    <dgm:pt modelId="{BCFC7CDF-0BC8-CF4E-8776-95ECDC0AEEB0}" type="pres">
      <dgm:prSet presAssocID="{0DB24138-3269-4CB7-9213-C6F0FF606F74}" presName="connectorText" presStyleLbl="sibTrans2D1" presStyleIdx="2" presStyleCnt="7"/>
      <dgm:spPr/>
    </dgm:pt>
    <dgm:pt modelId="{82BDE5F6-0EF2-BF4F-BB1D-C6592AC1FD35}" type="pres">
      <dgm:prSet presAssocID="{BBF3037E-FC74-44D6-AE08-9E30A84E446A}" presName="node" presStyleLbl="node1" presStyleIdx="3" presStyleCnt="8" custScaleX="166242" custScaleY="101353">
        <dgm:presLayoutVars>
          <dgm:bulletEnabled val="1"/>
        </dgm:presLayoutVars>
      </dgm:prSet>
      <dgm:spPr/>
    </dgm:pt>
    <dgm:pt modelId="{DC358CB3-EF8F-1541-8C96-BD73E631B23C}" type="pres">
      <dgm:prSet presAssocID="{E2DB5296-5466-469E-BA92-EBD161492E1F}" presName="sibTrans" presStyleLbl="sibTrans2D1" presStyleIdx="3" presStyleCnt="7"/>
      <dgm:spPr/>
    </dgm:pt>
    <dgm:pt modelId="{116757A4-70CD-6846-9630-354041F230A0}" type="pres">
      <dgm:prSet presAssocID="{E2DB5296-5466-469E-BA92-EBD161492E1F}" presName="connectorText" presStyleLbl="sibTrans2D1" presStyleIdx="3" presStyleCnt="7"/>
      <dgm:spPr/>
    </dgm:pt>
    <dgm:pt modelId="{A7CE5C4E-9ABB-6345-99F0-62C9EE4BFD41}" type="pres">
      <dgm:prSet presAssocID="{617E53E0-FC7A-4A6E-911F-F9B0F0AB8A70}" presName="node" presStyleLbl="node1" presStyleIdx="4" presStyleCnt="8" custScaleX="169614">
        <dgm:presLayoutVars>
          <dgm:bulletEnabled val="1"/>
        </dgm:presLayoutVars>
      </dgm:prSet>
      <dgm:spPr/>
    </dgm:pt>
    <dgm:pt modelId="{52766BDB-C3EC-154E-B35C-D57881849C09}" type="pres">
      <dgm:prSet presAssocID="{A0DCF101-A7B9-4133-AC3A-3272670A15B7}" presName="sibTrans" presStyleLbl="sibTrans2D1" presStyleIdx="4" presStyleCnt="7"/>
      <dgm:spPr/>
    </dgm:pt>
    <dgm:pt modelId="{ABC00ECC-2BFA-7A4C-A464-003E6BF67A43}" type="pres">
      <dgm:prSet presAssocID="{A0DCF101-A7B9-4133-AC3A-3272670A15B7}" presName="connectorText" presStyleLbl="sibTrans2D1" presStyleIdx="4" presStyleCnt="7"/>
      <dgm:spPr/>
    </dgm:pt>
    <dgm:pt modelId="{ACD4760B-DD0A-4A4C-8D77-4B33F0487A9F}" type="pres">
      <dgm:prSet presAssocID="{9A176EC7-2E52-48D9-B34E-1FD9ED508D8C}" presName="node" presStyleLbl="node1" presStyleIdx="5" presStyleCnt="8" custScaleX="176064" custLinFactNeighborY="-1209">
        <dgm:presLayoutVars>
          <dgm:bulletEnabled val="1"/>
        </dgm:presLayoutVars>
      </dgm:prSet>
      <dgm:spPr/>
    </dgm:pt>
    <dgm:pt modelId="{3684FD02-E64B-1D4F-83D5-D83437E4FD62}" type="pres">
      <dgm:prSet presAssocID="{11966A93-B9B3-4C3C-B32C-D9B03529A284}" presName="sibTrans" presStyleLbl="sibTrans2D1" presStyleIdx="5" presStyleCnt="7"/>
      <dgm:spPr/>
    </dgm:pt>
    <dgm:pt modelId="{F62987A6-3CC8-D148-8808-638F8A4833B0}" type="pres">
      <dgm:prSet presAssocID="{11966A93-B9B3-4C3C-B32C-D9B03529A284}" presName="connectorText" presStyleLbl="sibTrans2D1" presStyleIdx="5" presStyleCnt="7"/>
      <dgm:spPr/>
    </dgm:pt>
    <dgm:pt modelId="{78DEC2DD-6C08-1641-9A6B-A5603579BB19}" type="pres">
      <dgm:prSet presAssocID="{DCA8B314-694E-4049-8660-34987BA7300F}" presName="node" presStyleLbl="node1" presStyleIdx="6" presStyleCnt="8" custScaleX="174008">
        <dgm:presLayoutVars>
          <dgm:bulletEnabled val="1"/>
        </dgm:presLayoutVars>
      </dgm:prSet>
      <dgm:spPr/>
    </dgm:pt>
    <dgm:pt modelId="{3F59D23C-ED79-0846-ABC4-A04E5E568CB2}" type="pres">
      <dgm:prSet presAssocID="{1F2D75C8-24F5-4D77-8FE1-12FE4207EFE6}" presName="sibTrans" presStyleLbl="sibTrans2D1" presStyleIdx="6" presStyleCnt="7" custLinFactNeighborX="-17530"/>
      <dgm:spPr/>
    </dgm:pt>
    <dgm:pt modelId="{EC58AA70-8890-5B48-A3E2-EB364676273B}" type="pres">
      <dgm:prSet presAssocID="{1F2D75C8-24F5-4D77-8FE1-12FE4207EFE6}" presName="connectorText" presStyleLbl="sibTrans2D1" presStyleIdx="6" presStyleCnt="7"/>
      <dgm:spPr/>
    </dgm:pt>
    <dgm:pt modelId="{ED6A6410-B053-0942-B01F-C25E7615D0B8}" type="pres">
      <dgm:prSet presAssocID="{0A1CB772-BDF9-4A37-B8ED-188B96454D2C}" presName="node" presStyleLbl="node1" presStyleIdx="7" presStyleCnt="8" custScaleX="165818" custLinFactNeighborX="-6828" custLinFactNeighborY="1942">
        <dgm:presLayoutVars>
          <dgm:bulletEnabled val="1"/>
        </dgm:presLayoutVars>
      </dgm:prSet>
      <dgm:spPr/>
    </dgm:pt>
  </dgm:ptLst>
  <dgm:cxnLst>
    <dgm:cxn modelId="{8E3A9101-BE66-9040-BEB3-72A6811A1A15}" type="presOf" srcId="{617E53E0-FC7A-4A6E-911F-F9B0F0AB8A70}" destId="{A7CE5C4E-9ABB-6345-99F0-62C9EE4BFD41}" srcOrd="0" destOrd="0" presId="urn:microsoft.com/office/officeart/2005/8/layout/process5"/>
    <dgm:cxn modelId="{5D93BD05-0C7F-AA43-AC0C-DA91A7EF67A5}" type="presOf" srcId="{4723715B-F6C9-4E8E-9621-2BB28B969E18}" destId="{E5A4AFC6-BE18-FF40-97D4-79D458B8ED38}" srcOrd="0" destOrd="0" presId="urn:microsoft.com/office/officeart/2005/8/layout/process5"/>
    <dgm:cxn modelId="{C8FE920D-C034-44E6-B661-760E8727DEC7}" srcId="{ECD27F39-05C5-46C7-9B7B-ACB10BC72C2E}" destId="{617E53E0-FC7A-4A6E-911F-F9B0F0AB8A70}" srcOrd="4" destOrd="0" parTransId="{A3C44036-9C7D-4480-B308-F95997745D61}" sibTransId="{A0DCF101-A7B9-4133-AC3A-3272670A15B7}"/>
    <dgm:cxn modelId="{DC7C5A20-8E75-D741-B0C8-F96EB56CA434}" type="presOf" srcId="{3347755E-2A34-471C-AD4B-56E9A369EC3F}" destId="{C4A63115-F908-0D4F-A48A-E0887C8C3B3E}" srcOrd="0" destOrd="0" presId="urn:microsoft.com/office/officeart/2005/8/layout/process5"/>
    <dgm:cxn modelId="{DA10CE26-3F09-48F5-BF26-D86BC859B028}" srcId="{ECD27F39-05C5-46C7-9B7B-ACB10BC72C2E}" destId="{9A176EC7-2E52-48D9-B34E-1FD9ED508D8C}" srcOrd="5" destOrd="0" parTransId="{1AD17383-9A71-4770-AFB1-0BBD0D588ABD}" sibTransId="{11966A93-B9B3-4C3C-B32C-D9B03529A284}"/>
    <dgm:cxn modelId="{3EA7DB2E-01FE-644B-BD3D-42E302035BEC}" type="presOf" srcId="{A0DCF101-A7B9-4133-AC3A-3272670A15B7}" destId="{52766BDB-C3EC-154E-B35C-D57881849C09}" srcOrd="0" destOrd="0" presId="urn:microsoft.com/office/officeart/2005/8/layout/process5"/>
    <dgm:cxn modelId="{BF93B238-0727-604C-BB06-E97A930B1D63}" type="presOf" srcId="{0C339F04-47BF-4225-B230-1001B1762F10}" destId="{07BC2158-C5DF-BC4A-B713-D20B1AA08C24}" srcOrd="0" destOrd="0" presId="urn:microsoft.com/office/officeart/2005/8/layout/process5"/>
    <dgm:cxn modelId="{B192FF4F-BD80-42D6-B66B-F60C2206A92C}" srcId="{4723715B-F6C9-4E8E-9621-2BB28B969E18}" destId="{9B3FE6EF-C948-49D8-8BCD-9CADDC9A1033}" srcOrd="1" destOrd="0" parTransId="{99E0BED7-6C68-4551-9D35-A81BADA88638}" sibTransId="{648D2744-D4DE-4E40-B998-87CB874D1F37}"/>
    <dgm:cxn modelId="{BC5F8753-A789-694C-8A21-5A4B94D54F22}" type="presOf" srcId="{DCA8B314-694E-4049-8660-34987BA7300F}" destId="{78DEC2DD-6C08-1641-9A6B-A5603579BB19}" srcOrd="0" destOrd="0" presId="urn:microsoft.com/office/officeart/2005/8/layout/process5"/>
    <dgm:cxn modelId="{05EFAD58-EADE-4749-8AC1-D65045F4748A}" type="presOf" srcId="{8E873E04-C481-46AE-80D7-1EC8125A444C}" destId="{E5A4AFC6-BE18-FF40-97D4-79D458B8ED38}" srcOrd="0" destOrd="1" presId="urn:microsoft.com/office/officeart/2005/8/layout/process5"/>
    <dgm:cxn modelId="{FD0E1E5D-21DD-41C6-8E25-A5F50484326D}" srcId="{ECD27F39-05C5-46C7-9B7B-ACB10BC72C2E}" destId="{DCA8B314-694E-4049-8660-34987BA7300F}" srcOrd="6" destOrd="0" parTransId="{C74ED4C1-0052-4C1D-9DE8-87ED171CB41F}" sibTransId="{1F2D75C8-24F5-4D77-8FE1-12FE4207EFE6}"/>
    <dgm:cxn modelId="{42851C5E-E0D5-47B1-8C97-11AEB39F886A}" srcId="{4723715B-F6C9-4E8E-9621-2BB28B969E18}" destId="{8E873E04-C481-46AE-80D7-1EC8125A444C}" srcOrd="0" destOrd="0" parTransId="{AA9DE9E8-7615-4D41-A36C-688B4D4023C9}" sibTransId="{F87003FD-06C1-45AE-B689-9609B143F5C9}"/>
    <dgm:cxn modelId="{3B782765-C4BB-4A8C-A52A-41DDBA22D09B}" srcId="{4723715B-F6C9-4E8E-9621-2BB28B969E18}" destId="{7823D2E3-631C-42D7-8529-CA9DBBE80304}" srcOrd="2" destOrd="0" parTransId="{AD4879DF-9F10-45AE-80AC-1F386BA87A7D}" sibTransId="{6985CCF1-4A4A-4A38-B4DC-1896DC23FB5D}"/>
    <dgm:cxn modelId="{EDCD6865-5AA1-AC40-976A-CD580695F95C}" type="presOf" srcId="{1F2D75C8-24F5-4D77-8FE1-12FE4207EFE6}" destId="{EC58AA70-8890-5B48-A3E2-EB364676273B}" srcOrd="1" destOrd="0" presId="urn:microsoft.com/office/officeart/2005/8/layout/process5"/>
    <dgm:cxn modelId="{75137C66-D8B1-D74D-8A5A-A361290CDEAD}" type="presOf" srcId="{0A1CB772-BDF9-4A37-B8ED-188B96454D2C}" destId="{ED6A6410-B053-0942-B01F-C25E7615D0B8}" srcOrd="0" destOrd="0" presId="urn:microsoft.com/office/officeart/2005/8/layout/process5"/>
    <dgm:cxn modelId="{3A507D67-0A58-3444-A5BD-4ABCB97D33C2}" type="presOf" srcId="{10E385E9-40E4-4312-A713-CC9F57A6DB72}" destId="{6FA4BDEB-4BAE-3745-BE32-0883B0F8DAE1}" srcOrd="0" destOrd="0" presId="urn:microsoft.com/office/officeart/2005/8/layout/process5"/>
    <dgm:cxn modelId="{AA38A079-569B-134C-938A-0EC217AABF58}" type="presOf" srcId="{37037352-A851-4E13-8989-7D08C0AE69E0}" destId="{E5A4AFC6-BE18-FF40-97D4-79D458B8ED38}" srcOrd="0" destOrd="4" presId="urn:microsoft.com/office/officeart/2005/8/layout/process5"/>
    <dgm:cxn modelId="{71540F7C-B618-441B-8675-67D0E89EF5EE}" srcId="{ECD27F39-05C5-46C7-9B7B-ACB10BC72C2E}" destId="{10E385E9-40E4-4312-A713-CC9F57A6DB72}" srcOrd="0" destOrd="0" parTransId="{EC954028-50D9-4A32-8100-3B70F2539414}" sibTransId="{3347755E-2A34-471C-AD4B-56E9A369EC3F}"/>
    <dgm:cxn modelId="{D5C4607D-17A3-3F48-84B5-6DE4DDEE08D7}" type="presOf" srcId="{11966A93-B9B3-4C3C-B32C-D9B03529A284}" destId="{3684FD02-E64B-1D4F-83D5-D83437E4FD62}" srcOrd="0" destOrd="0" presId="urn:microsoft.com/office/officeart/2005/8/layout/process5"/>
    <dgm:cxn modelId="{02B50492-C725-774B-9D5B-07553C438114}" type="presOf" srcId="{7823D2E3-631C-42D7-8529-CA9DBBE80304}" destId="{E5A4AFC6-BE18-FF40-97D4-79D458B8ED38}" srcOrd="0" destOrd="3" presId="urn:microsoft.com/office/officeart/2005/8/layout/process5"/>
    <dgm:cxn modelId="{C93DF296-0CF0-9746-A742-F97B508D92DB}" type="presOf" srcId="{0DB24138-3269-4CB7-9213-C6F0FF606F74}" destId="{43E08C38-78E8-6240-B017-5793E9BA0AF8}" srcOrd="0" destOrd="0" presId="urn:microsoft.com/office/officeart/2005/8/layout/process5"/>
    <dgm:cxn modelId="{E811E09D-8406-8342-B853-82D41C7DEEA4}" type="presOf" srcId="{E2DB5296-5466-469E-BA92-EBD161492E1F}" destId="{116757A4-70CD-6846-9630-354041F230A0}" srcOrd="1" destOrd="0" presId="urn:microsoft.com/office/officeart/2005/8/layout/process5"/>
    <dgm:cxn modelId="{F26AC0AA-16DF-5844-BB7D-090B2CA0C943}" type="presOf" srcId="{CCE88EA6-F109-4B46-AC61-69E30BF2B5DC}" destId="{1028B56B-6EA4-3C49-B295-A54CD0BDE87D}" srcOrd="0" destOrd="0" presId="urn:microsoft.com/office/officeart/2005/8/layout/process5"/>
    <dgm:cxn modelId="{67433AB4-BFE9-B14E-AB66-AEDA698BC3C6}" type="presOf" srcId="{9B3FE6EF-C948-49D8-8BCD-9CADDC9A1033}" destId="{E5A4AFC6-BE18-FF40-97D4-79D458B8ED38}" srcOrd="0" destOrd="2" presId="urn:microsoft.com/office/officeart/2005/8/layout/process5"/>
    <dgm:cxn modelId="{3A57FBBD-B731-44FF-A36D-B63E8E4F9232}" srcId="{ECD27F39-05C5-46C7-9B7B-ACB10BC72C2E}" destId="{CCE88EA6-F109-4B46-AC61-69E30BF2B5DC}" srcOrd="2" destOrd="0" parTransId="{4F14D0F0-E863-4E0E-A19E-AE422DB1909F}" sibTransId="{0DB24138-3269-4CB7-9213-C6F0FF606F74}"/>
    <dgm:cxn modelId="{B2F4B1C5-3D52-4942-939B-B7647BBDDB44}" type="presOf" srcId="{0C339F04-47BF-4225-B230-1001B1762F10}" destId="{65E7AC1F-1A39-5642-86C7-81E8D6E63610}" srcOrd="1" destOrd="0" presId="urn:microsoft.com/office/officeart/2005/8/layout/process5"/>
    <dgm:cxn modelId="{06E9D7D0-4A92-46F8-9895-EFB24AC9C008}" srcId="{4723715B-F6C9-4E8E-9621-2BB28B969E18}" destId="{37037352-A851-4E13-8989-7D08C0AE69E0}" srcOrd="3" destOrd="0" parTransId="{7A1CED7D-55FC-4E2C-9E20-3E806B552EC4}" sibTransId="{F02130A7-32BF-477C-AE1C-6BD0D19AB631}"/>
    <dgm:cxn modelId="{61AE1AD5-73AC-1249-92D5-B8DFAE15E2A7}" type="presOf" srcId="{ECD27F39-05C5-46C7-9B7B-ACB10BC72C2E}" destId="{C8095D14-30DE-8E40-B3D4-D88C3FF148EF}" srcOrd="0" destOrd="0" presId="urn:microsoft.com/office/officeart/2005/8/layout/process5"/>
    <dgm:cxn modelId="{E3C12AD5-5EBB-4284-B729-0DAE13B803B4}" srcId="{ECD27F39-05C5-46C7-9B7B-ACB10BC72C2E}" destId="{0A1CB772-BDF9-4A37-B8ED-188B96454D2C}" srcOrd="7" destOrd="0" parTransId="{D5A602B0-7A9C-45F0-B2FC-70157F594F7A}" sibTransId="{D3EDC4CF-0084-4B62-8021-23E861B0B536}"/>
    <dgm:cxn modelId="{F5B7A1D5-89D4-5F49-A6E0-BB65F217A16B}" type="presOf" srcId="{11966A93-B9B3-4C3C-B32C-D9B03529A284}" destId="{F62987A6-3CC8-D148-8808-638F8A4833B0}" srcOrd="1" destOrd="0" presId="urn:microsoft.com/office/officeart/2005/8/layout/process5"/>
    <dgm:cxn modelId="{5997A8D5-E3FD-8E46-89CE-D7550A39E2AC}" type="presOf" srcId="{E2DB5296-5466-469E-BA92-EBD161492E1F}" destId="{DC358CB3-EF8F-1541-8C96-BD73E631B23C}" srcOrd="0" destOrd="0" presId="urn:microsoft.com/office/officeart/2005/8/layout/process5"/>
    <dgm:cxn modelId="{F828F8DA-52FB-48C0-B6E6-2C9753EBE31F}" srcId="{ECD27F39-05C5-46C7-9B7B-ACB10BC72C2E}" destId="{BBF3037E-FC74-44D6-AE08-9E30A84E446A}" srcOrd="3" destOrd="0" parTransId="{3A9EB2A6-4C12-43D9-BC46-BF36B0ECA857}" sibTransId="{E2DB5296-5466-469E-BA92-EBD161492E1F}"/>
    <dgm:cxn modelId="{C96445DF-4BB2-604F-945A-8B729D998738}" type="presOf" srcId="{3347755E-2A34-471C-AD4B-56E9A369EC3F}" destId="{A084D4BF-913F-A74F-ABF8-261F1D19EC17}" srcOrd="1" destOrd="0" presId="urn:microsoft.com/office/officeart/2005/8/layout/process5"/>
    <dgm:cxn modelId="{DF6543EE-42A5-4E3F-B56C-879E0CB6A05F}" srcId="{ECD27F39-05C5-46C7-9B7B-ACB10BC72C2E}" destId="{4723715B-F6C9-4E8E-9621-2BB28B969E18}" srcOrd="1" destOrd="0" parTransId="{234AA0CC-27B9-46A3-9657-8EB770DFC2A1}" sibTransId="{0C339F04-47BF-4225-B230-1001B1762F10}"/>
    <dgm:cxn modelId="{06B0BAEF-523F-5E4F-9DCE-384203958476}" type="presOf" srcId="{0DB24138-3269-4CB7-9213-C6F0FF606F74}" destId="{BCFC7CDF-0BC8-CF4E-8776-95ECDC0AEEB0}" srcOrd="1" destOrd="0" presId="urn:microsoft.com/office/officeart/2005/8/layout/process5"/>
    <dgm:cxn modelId="{962DBEF2-4949-DA48-BDB7-EA8F11B187A9}" type="presOf" srcId="{9A176EC7-2E52-48D9-B34E-1FD9ED508D8C}" destId="{ACD4760B-DD0A-4A4C-8D77-4B33F0487A9F}" srcOrd="0" destOrd="0" presId="urn:microsoft.com/office/officeart/2005/8/layout/process5"/>
    <dgm:cxn modelId="{D5409EF5-653C-4B4E-84CB-E848E0250571}" type="presOf" srcId="{A0DCF101-A7B9-4133-AC3A-3272670A15B7}" destId="{ABC00ECC-2BFA-7A4C-A464-003E6BF67A43}" srcOrd="1" destOrd="0" presId="urn:microsoft.com/office/officeart/2005/8/layout/process5"/>
    <dgm:cxn modelId="{85DDF8F8-2EA7-F242-8E2E-E986A13B5DE7}" type="presOf" srcId="{BBF3037E-FC74-44D6-AE08-9E30A84E446A}" destId="{82BDE5F6-0EF2-BF4F-BB1D-C6592AC1FD35}" srcOrd="0" destOrd="0" presId="urn:microsoft.com/office/officeart/2005/8/layout/process5"/>
    <dgm:cxn modelId="{D74E5AFC-2A8D-0441-8EFE-1CC44F30E2CD}" type="presOf" srcId="{1F2D75C8-24F5-4D77-8FE1-12FE4207EFE6}" destId="{3F59D23C-ED79-0846-ABC4-A04E5E568CB2}" srcOrd="0" destOrd="0" presId="urn:microsoft.com/office/officeart/2005/8/layout/process5"/>
    <dgm:cxn modelId="{59921367-EA5B-724E-8FD5-86F241ACE46B}" type="presParOf" srcId="{C8095D14-30DE-8E40-B3D4-D88C3FF148EF}" destId="{6FA4BDEB-4BAE-3745-BE32-0883B0F8DAE1}" srcOrd="0" destOrd="0" presId="urn:microsoft.com/office/officeart/2005/8/layout/process5"/>
    <dgm:cxn modelId="{F5E67DC3-CB3D-2D4B-9AC7-3A84E4D3BD7D}" type="presParOf" srcId="{C8095D14-30DE-8E40-B3D4-D88C3FF148EF}" destId="{C4A63115-F908-0D4F-A48A-E0887C8C3B3E}" srcOrd="1" destOrd="0" presId="urn:microsoft.com/office/officeart/2005/8/layout/process5"/>
    <dgm:cxn modelId="{53D47DB5-FF6B-FD43-BF33-42169F96CCDA}" type="presParOf" srcId="{C4A63115-F908-0D4F-A48A-E0887C8C3B3E}" destId="{A084D4BF-913F-A74F-ABF8-261F1D19EC17}" srcOrd="0" destOrd="0" presId="urn:microsoft.com/office/officeart/2005/8/layout/process5"/>
    <dgm:cxn modelId="{B8C0EAEC-05AC-D747-874F-B44662FBFC6D}" type="presParOf" srcId="{C8095D14-30DE-8E40-B3D4-D88C3FF148EF}" destId="{E5A4AFC6-BE18-FF40-97D4-79D458B8ED38}" srcOrd="2" destOrd="0" presId="urn:microsoft.com/office/officeart/2005/8/layout/process5"/>
    <dgm:cxn modelId="{9038090F-D646-DA49-8431-3A1F3A50F161}" type="presParOf" srcId="{C8095D14-30DE-8E40-B3D4-D88C3FF148EF}" destId="{07BC2158-C5DF-BC4A-B713-D20B1AA08C24}" srcOrd="3" destOrd="0" presId="urn:microsoft.com/office/officeart/2005/8/layout/process5"/>
    <dgm:cxn modelId="{B8674225-7807-D445-A5AC-1A14CCE5D660}" type="presParOf" srcId="{07BC2158-C5DF-BC4A-B713-D20B1AA08C24}" destId="{65E7AC1F-1A39-5642-86C7-81E8D6E63610}" srcOrd="0" destOrd="0" presId="urn:microsoft.com/office/officeart/2005/8/layout/process5"/>
    <dgm:cxn modelId="{9B2F39E7-6F99-5E4F-9217-95ED8716B5E0}" type="presParOf" srcId="{C8095D14-30DE-8E40-B3D4-D88C3FF148EF}" destId="{1028B56B-6EA4-3C49-B295-A54CD0BDE87D}" srcOrd="4" destOrd="0" presId="urn:microsoft.com/office/officeart/2005/8/layout/process5"/>
    <dgm:cxn modelId="{B0182B39-728F-7B40-8668-F172E155B0E3}" type="presParOf" srcId="{C8095D14-30DE-8E40-B3D4-D88C3FF148EF}" destId="{43E08C38-78E8-6240-B017-5793E9BA0AF8}" srcOrd="5" destOrd="0" presId="urn:microsoft.com/office/officeart/2005/8/layout/process5"/>
    <dgm:cxn modelId="{7A9997A1-CBA2-8A49-8C0A-72585479635C}" type="presParOf" srcId="{43E08C38-78E8-6240-B017-5793E9BA0AF8}" destId="{BCFC7CDF-0BC8-CF4E-8776-95ECDC0AEEB0}" srcOrd="0" destOrd="0" presId="urn:microsoft.com/office/officeart/2005/8/layout/process5"/>
    <dgm:cxn modelId="{8B568D30-419D-BC42-9A21-1935F533BF4E}" type="presParOf" srcId="{C8095D14-30DE-8E40-B3D4-D88C3FF148EF}" destId="{82BDE5F6-0EF2-BF4F-BB1D-C6592AC1FD35}" srcOrd="6" destOrd="0" presId="urn:microsoft.com/office/officeart/2005/8/layout/process5"/>
    <dgm:cxn modelId="{85EFCE13-DA1F-DF4E-95D1-8F12603E2BB7}" type="presParOf" srcId="{C8095D14-30DE-8E40-B3D4-D88C3FF148EF}" destId="{DC358CB3-EF8F-1541-8C96-BD73E631B23C}" srcOrd="7" destOrd="0" presId="urn:microsoft.com/office/officeart/2005/8/layout/process5"/>
    <dgm:cxn modelId="{F0578F8B-467A-0C4B-8333-F560C8342E80}" type="presParOf" srcId="{DC358CB3-EF8F-1541-8C96-BD73E631B23C}" destId="{116757A4-70CD-6846-9630-354041F230A0}" srcOrd="0" destOrd="0" presId="urn:microsoft.com/office/officeart/2005/8/layout/process5"/>
    <dgm:cxn modelId="{2185C10C-4BD9-9048-9658-49077B9FEEBC}" type="presParOf" srcId="{C8095D14-30DE-8E40-B3D4-D88C3FF148EF}" destId="{A7CE5C4E-9ABB-6345-99F0-62C9EE4BFD41}" srcOrd="8" destOrd="0" presId="urn:microsoft.com/office/officeart/2005/8/layout/process5"/>
    <dgm:cxn modelId="{6E2697A3-29C5-8B4A-8921-8CA0CE4C23DE}" type="presParOf" srcId="{C8095D14-30DE-8E40-B3D4-D88C3FF148EF}" destId="{52766BDB-C3EC-154E-B35C-D57881849C09}" srcOrd="9" destOrd="0" presId="urn:microsoft.com/office/officeart/2005/8/layout/process5"/>
    <dgm:cxn modelId="{CCFC94AF-FCDB-E64B-BEDF-6E312F74861C}" type="presParOf" srcId="{52766BDB-C3EC-154E-B35C-D57881849C09}" destId="{ABC00ECC-2BFA-7A4C-A464-003E6BF67A43}" srcOrd="0" destOrd="0" presId="urn:microsoft.com/office/officeart/2005/8/layout/process5"/>
    <dgm:cxn modelId="{3EAD2776-9542-C344-A8BD-8DE95C986F1B}" type="presParOf" srcId="{C8095D14-30DE-8E40-B3D4-D88C3FF148EF}" destId="{ACD4760B-DD0A-4A4C-8D77-4B33F0487A9F}" srcOrd="10" destOrd="0" presId="urn:microsoft.com/office/officeart/2005/8/layout/process5"/>
    <dgm:cxn modelId="{8FAC645E-731F-AB47-8E44-958CB08C6239}" type="presParOf" srcId="{C8095D14-30DE-8E40-B3D4-D88C3FF148EF}" destId="{3684FD02-E64B-1D4F-83D5-D83437E4FD62}" srcOrd="11" destOrd="0" presId="urn:microsoft.com/office/officeart/2005/8/layout/process5"/>
    <dgm:cxn modelId="{60897199-BDF3-5C47-90F1-373D3E9D12BF}" type="presParOf" srcId="{3684FD02-E64B-1D4F-83D5-D83437E4FD62}" destId="{F62987A6-3CC8-D148-8808-638F8A4833B0}" srcOrd="0" destOrd="0" presId="urn:microsoft.com/office/officeart/2005/8/layout/process5"/>
    <dgm:cxn modelId="{1AA60928-8049-584A-9FBA-A69B77661AF1}" type="presParOf" srcId="{C8095D14-30DE-8E40-B3D4-D88C3FF148EF}" destId="{78DEC2DD-6C08-1641-9A6B-A5603579BB19}" srcOrd="12" destOrd="0" presId="urn:microsoft.com/office/officeart/2005/8/layout/process5"/>
    <dgm:cxn modelId="{9D741508-3085-AF44-8B7A-1E551495D011}" type="presParOf" srcId="{C8095D14-30DE-8E40-B3D4-D88C3FF148EF}" destId="{3F59D23C-ED79-0846-ABC4-A04E5E568CB2}" srcOrd="13" destOrd="0" presId="urn:microsoft.com/office/officeart/2005/8/layout/process5"/>
    <dgm:cxn modelId="{33564B8F-5E12-CD48-9B1F-7A61DF8D0DCC}" type="presParOf" srcId="{3F59D23C-ED79-0846-ABC4-A04E5E568CB2}" destId="{EC58AA70-8890-5B48-A3E2-EB364676273B}" srcOrd="0" destOrd="0" presId="urn:microsoft.com/office/officeart/2005/8/layout/process5"/>
    <dgm:cxn modelId="{6DA695FE-32B1-A840-8F29-9A7672B9C199}" type="presParOf" srcId="{C8095D14-30DE-8E40-B3D4-D88C3FF148EF}" destId="{ED6A6410-B053-0942-B01F-C25E7615D0B8}" srcOrd="14"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7304838-0D58-4D25-B6B4-1417BBA7582B}"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DD00CE7-B29B-4BC0-98D5-FC2B6041BAC4}">
      <dgm:prSet custT="1"/>
      <dgm:spPr/>
      <dgm:t>
        <a:bodyPr/>
        <a:lstStyle/>
        <a:p>
          <a:pPr algn="just">
            <a:lnSpc>
              <a:spcPct val="100000"/>
            </a:lnSpc>
          </a:pPr>
          <a:r>
            <a:rPr lang="en-AE" sz="800" b="1" dirty="0"/>
            <a:t>Scalability and Performance:</a:t>
          </a:r>
          <a:r>
            <a:rPr lang="en-AE" sz="800" dirty="0"/>
            <a:t> Evaluating whether the current architecture can accommodate growth in terms of users, data volume, and transactions without compromising performance. </a:t>
          </a:r>
          <a:endParaRPr lang="en-US" sz="800" dirty="0"/>
        </a:p>
      </dgm:t>
    </dgm:pt>
    <dgm:pt modelId="{BAADE6B4-95AA-4C72-982C-3B363EFD89E5}" type="parTrans" cxnId="{CE0E2D72-2057-45D7-829C-4D6380FA7059}">
      <dgm:prSet/>
      <dgm:spPr/>
      <dgm:t>
        <a:bodyPr/>
        <a:lstStyle/>
        <a:p>
          <a:endParaRPr lang="en-US" sz="1200"/>
        </a:p>
      </dgm:t>
    </dgm:pt>
    <dgm:pt modelId="{B616BF75-5BD4-4D6E-8082-6093FBCC6076}" type="sibTrans" cxnId="{CE0E2D72-2057-45D7-829C-4D6380FA7059}">
      <dgm:prSet/>
      <dgm:spPr/>
      <dgm:t>
        <a:bodyPr/>
        <a:lstStyle/>
        <a:p>
          <a:pPr>
            <a:lnSpc>
              <a:spcPct val="100000"/>
            </a:lnSpc>
          </a:pPr>
          <a:endParaRPr lang="en-US" sz="1200"/>
        </a:p>
      </dgm:t>
    </dgm:pt>
    <dgm:pt modelId="{51BDEAFE-7F98-4C69-9852-156C0E9021C9}">
      <dgm:prSet custT="1"/>
      <dgm:spPr/>
      <dgm:t>
        <a:bodyPr/>
        <a:lstStyle/>
        <a:p>
          <a:pPr algn="just">
            <a:lnSpc>
              <a:spcPct val="100000"/>
            </a:lnSpc>
          </a:pPr>
          <a:r>
            <a:rPr lang="en-AE" sz="900" b="1" dirty="0"/>
            <a:t>Security and Compliance:</a:t>
          </a:r>
          <a:r>
            <a:rPr lang="en-AE" sz="900" dirty="0"/>
            <a:t> Reviewing security measures such as firewalls, intrusion detection systems, access controls, and compliance with industry standards and regulations (e.g., GDPR, HIPAA). </a:t>
          </a:r>
          <a:endParaRPr lang="en-US" sz="900" dirty="0"/>
        </a:p>
      </dgm:t>
    </dgm:pt>
    <dgm:pt modelId="{1085759C-7CD5-46CC-87CB-BAC6441EA0C6}" type="parTrans" cxnId="{D42D6D49-5953-413D-B42F-D8B246FA454B}">
      <dgm:prSet/>
      <dgm:spPr/>
      <dgm:t>
        <a:bodyPr/>
        <a:lstStyle/>
        <a:p>
          <a:endParaRPr lang="en-US" sz="1200"/>
        </a:p>
      </dgm:t>
    </dgm:pt>
    <dgm:pt modelId="{3113D7EC-3CEA-4439-9BA6-BB48E4010AC5}" type="sibTrans" cxnId="{D42D6D49-5953-413D-B42F-D8B246FA454B}">
      <dgm:prSet/>
      <dgm:spPr/>
      <dgm:t>
        <a:bodyPr/>
        <a:lstStyle/>
        <a:p>
          <a:pPr>
            <a:lnSpc>
              <a:spcPct val="100000"/>
            </a:lnSpc>
          </a:pPr>
          <a:endParaRPr lang="en-US" sz="1200"/>
        </a:p>
      </dgm:t>
    </dgm:pt>
    <dgm:pt modelId="{D3B13A75-4C13-4A98-9215-DD4E3730E920}">
      <dgm:prSet custT="1"/>
      <dgm:spPr/>
      <dgm:t>
        <a:bodyPr/>
        <a:lstStyle/>
        <a:p>
          <a:pPr algn="just">
            <a:lnSpc>
              <a:spcPct val="100000"/>
            </a:lnSpc>
          </a:pPr>
          <a:r>
            <a:rPr lang="en-AE" sz="900" b="1" dirty="0"/>
            <a:t>High Availability and Disaster </a:t>
          </a:r>
          <a:r>
            <a:rPr lang="en-AE" sz="800" b="1" dirty="0"/>
            <a:t>Recovery:</a:t>
          </a:r>
          <a:r>
            <a:rPr lang="en-AE" sz="800" dirty="0"/>
            <a:t> Analysing the resilience of the system to failures and disasters, including backup strategies, redundancy, failover mechanisms, and recovery procedures. </a:t>
          </a:r>
          <a:endParaRPr lang="en-US" sz="800" dirty="0"/>
        </a:p>
      </dgm:t>
    </dgm:pt>
    <dgm:pt modelId="{D020DFDC-52D6-4A3B-A398-3CDD9E968F73}" type="parTrans" cxnId="{09E66BB5-090B-4BC9-A6D8-65B9C5927860}">
      <dgm:prSet/>
      <dgm:spPr/>
      <dgm:t>
        <a:bodyPr/>
        <a:lstStyle/>
        <a:p>
          <a:endParaRPr lang="en-US" sz="1200"/>
        </a:p>
      </dgm:t>
    </dgm:pt>
    <dgm:pt modelId="{4808297B-E520-4AF9-BF3B-252BF7C89957}" type="sibTrans" cxnId="{09E66BB5-090B-4BC9-A6D8-65B9C5927860}">
      <dgm:prSet/>
      <dgm:spPr/>
      <dgm:t>
        <a:bodyPr/>
        <a:lstStyle/>
        <a:p>
          <a:pPr>
            <a:lnSpc>
              <a:spcPct val="100000"/>
            </a:lnSpc>
          </a:pPr>
          <a:endParaRPr lang="en-US" sz="1200"/>
        </a:p>
      </dgm:t>
    </dgm:pt>
    <dgm:pt modelId="{219A20D2-16AF-4F90-A7CF-ECE9D49C09ED}">
      <dgm:prSet custT="1"/>
      <dgm:spPr/>
      <dgm:t>
        <a:bodyPr/>
        <a:lstStyle/>
        <a:p>
          <a:pPr>
            <a:lnSpc>
              <a:spcPct val="100000"/>
            </a:lnSpc>
          </a:pPr>
          <a:r>
            <a:rPr lang="en-AE" sz="800" b="1" dirty="0"/>
            <a:t>Cost Optimization:</a:t>
          </a:r>
          <a:r>
            <a:rPr lang="en-AE" sz="800" dirty="0"/>
            <a:t> Identifying areas where costs can be reduced, such as optimizing resource utilization, licensing, and maintenance expenses. </a:t>
          </a:r>
          <a:endParaRPr lang="en-US" sz="800" dirty="0"/>
        </a:p>
      </dgm:t>
    </dgm:pt>
    <dgm:pt modelId="{999C27E6-17CB-4707-95E5-F97B8080181B}" type="parTrans" cxnId="{84F76D9F-8457-4001-A34F-A16F388ED4DC}">
      <dgm:prSet/>
      <dgm:spPr/>
      <dgm:t>
        <a:bodyPr/>
        <a:lstStyle/>
        <a:p>
          <a:endParaRPr lang="en-US" sz="1200"/>
        </a:p>
      </dgm:t>
    </dgm:pt>
    <dgm:pt modelId="{E2015CBB-79E5-4284-ABDA-07682E1F9521}" type="sibTrans" cxnId="{84F76D9F-8457-4001-A34F-A16F388ED4DC}">
      <dgm:prSet/>
      <dgm:spPr/>
      <dgm:t>
        <a:bodyPr/>
        <a:lstStyle/>
        <a:p>
          <a:endParaRPr lang="en-US" sz="1200"/>
        </a:p>
      </dgm:t>
    </dgm:pt>
    <dgm:pt modelId="{0DF9C1DC-69CB-4D66-B7CF-798092AD404F}">
      <dgm:prSet custT="1"/>
      <dgm:spPr/>
      <dgm:t>
        <a:bodyPr/>
        <a:lstStyle/>
        <a:p>
          <a:pPr algn="just">
            <a:lnSpc>
              <a:spcPct val="100000"/>
            </a:lnSpc>
          </a:pPr>
          <a:r>
            <a:rPr lang="en-AE" sz="800" b="1" dirty="0"/>
            <a:t>Assessment of Current Infrastructure:</a:t>
          </a:r>
          <a:r>
            <a:rPr lang="en-AE" sz="800" dirty="0"/>
            <a:t> This involves understanding the existing hardware, software, network configurations, and data storage systems in the on-premises environment. </a:t>
          </a:r>
          <a:endParaRPr lang="en-US" sz="800" dirty="0"/>
        </a:p>
      </dgm:t>
    </dgm:pt>
    <dgm:pt modelId="{29D59DC3-3A85-4995-A89C-6B275677AA1F}" type="sibTrans" cxnId="{3B4CF003-0977-43F4-872D-766D81DAC5DD}">
      <dgm:prSet/>
      <dgm:spPr/>
      <dgm:t>
        <a:bodyPr/>
        <a:lstStyle/>
        <a:p>
          <a:pPr>
            <a:lnSpc>
              <a:spcPct val="100000"/>
            </a:lnSpc>
          </a:pPr>
          <a:endParaRPr lang="en-US" sz="1200"/>
        </a:p>
      </dgm:t>
    </dgm:pt>
    <dgm:pt modelId="{55803E2F-3EA2-4A9C-B85C-981EC12DF2EC}" type="parTrans" cxnId="{3B4CF003-0977-43F4-872D-766D81DAC5DD}">
      <dgm:prSet/>
      <dgm:spPr/>
      <dgm:t>
        <a:bodyPr/>
        <a:lstStyle/>
        <a:p>
          <a:endParaRPr lang="en-US" sz="1200"/>
        </a:p>
      </dgm:t>
    </dgm:pt>
    <dgm:pt modelId="{AD19332F-0441-4C3D-AAEF-D23EC01EB1D3}" type="pres">
      <dgm:prSet presAssocID="{17304838-0D58-4D25-B6B4-1417BBA7582B}" presName="root" presStyleCnt="0">
        <dgm:presLayoutVars>
          <dgm:dir/>
          <dgm:resizeHandles val="exact"/>
        </dgm:presLayoutVars>
      </dgm:prSet>
      <dgm:spPr/>
    </dgm:pt>
    <dgm:pt modelId="{E574C096-9DF5-4DF2-8121-5FAD457683F3}" type="pres">
      <dgm:prSet presAssocID="{17304838-0D58-4D25-B6B4-1417BBA7582B}" presName="container" presStyleCnt="0">
        <dgm:presLayoutVars>
          <dgm:dir/>
          <dgm:resizeHandles val="exact"/>
        </dgm:presLayoutVars>
      </dgm:prSet>
      <dgm:spPr/>
    </dgm:pt>
    <dgm:pt modelId="{6FFE5EB4-6A58-445E-96C6-9F7AC53A3799}" type="pres">
      <dgm:prSet presAssocID="{0DF9C1DC-69CB-4D66-B7CF-798092AD404F}" presName="compNode" presStyleCnt="0"/>
      <dgm:spPr/>
    </dgm:pt>
    <dgm:pt modelId="{3A68B214-DDCC-4E8A-BB52-A07F6D8C5AEC}" type="pres">
      <dgm:prSet presAssocID="{0DF9C1DC-69CB-4D66-B7CF-798092AD404F}" presName="iconBgRect" presStyleLbl="bgShp" presStyleIdx="0" presStyleCnt="5"/>
      <dgm:spPr/>
    </dgm:pt>
    <dgm:pt modelId="{493E1160-4C39-443D-8422-4B8FEA96A75D}" type="pres">
      <dgm:prSet presAssocID="{0DF9C1DC-69CB-4D66-B7CF-798092AD404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6483C411-F690-4789-A64B-DF909B3ED645}" type="pres">
      <dgm:prSet presAssocID="{0DF9C1DC-69CB-4D66-B7CF-798092AD404F}" presName="spaceRect" presStyleCnt="0"/>
      <dgm:spPr/>
    </dgm:pt>
    <dgm:pt modelId="{29898BAD-BB67-47B3-8BD5-0FFD07E92398}" type="pres">
      <dgm:prSet presAssocID="{0DF9C1DC-69CB-4D66-B7CF-798092AD404F}" presName="textRect" presStyleLbl="revTx" presStyleIdx="0" presStyleCnt="5">
        <dgm:presLayoutVars>
          <dgm:chMax val="1"/>
          <dgm:chPref val="1"/>
        </dgm:presLayoutVars>
      </dgm:prSet>
      <dgm:spPr/>
    </dgm:pt>
    <dgm:pt modelId="{5967DD0D-D3DA-40B8-9340-22EF8ADE2264}" type="pres">
      <dgm:prSet presAssocID="{29D59DC3-3A85-4995-A89C-6B275677AA1F}" presName="sibTrans" presStyleLbl="sibTrans2D1" presStyleIdx="0" presStyleCnt="0"/>
      <dgm:spPr/>
    </dgm:pt>
    <dgm:pt modelId="{F81D0346-60D4-4858-83CA-3DA142155378}" type="pres">
      <dgm:prSet presAssocID="{5DD00CE7-B29B-4BC0-98D5-FC2B6041BAC4}" presName="compNode" presStyleCnt="0"/>
      <dgm:spPr/>
    </dgm:pt>
    <dgm:pt modelId="{3A007389-D5A2-4733-9B33-B671FA0D9814}" type="pres">
      <dgm:prSet presAssocID="{5DD00CE7-B29B-4BC0-98D5-FC2B6041BAC4}" presName="iconBgRect" presStyleLbl="bgShp" presStyleIdx="1" presStyleCnt="5"/>
      <dgm:spPr/>
    </dgm:pt>
    <dgm:pt modelId="{E65B99EB-2680-4118-8E6F-85BED8FDA0E8}" type="pres">
      <dgm:prSet presAssocID="{5DD00CE7-B29B-4BC0-98D5-FC2B6041BAC4}"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eb Design"/>
        </a:ext>
      </dgm:extLst>
    </dgm:pt>
    <dgm:pt modelId="{B62BDD3A-A76D-4AB1-B98F-E5562132F580}" type="pres">
      <dgm:prSet presAssocID="{5DD00CE7-B29B-4BC0-98D5-FC2B6041BAC4}" presName="spaceRect" presStyleCnt="0"/>
      <dgm:spPr/>
    </dgm:pt>
    <dgm:pt modelId="{724AE0F9-54DD-4D4A-8FEB-12785C621064}" type="pres">
      <dgm:prSet presAssocID="{5DD00CE7-B29B-4BC0-98D5-FC2B6041BAC4}" presName="textRect" presStyleLbl="revTx" presStyleIdx="1" presStyleCnt="5">
        <dgm:presLayoutVars>
          <dgm:chMax val="1"/>
          <dgm:chPref val="1"/>
        </dgm:presLayoutVars>
      </dgm:prSet>
      <dgm:spPr/>
    </dgm:pt>
    <dgm:pt modelId="{CE045748-400C-4E9B-8473-AC39FA77A520}" type="pres">
      <dgm:prSet presAssocID="{B616BF75-5BD4-4D6E-8082-6093FBCC6076}" presName="sibTrans" presStyleLbl="sibTrans2D1" presStyleIdx="0" presStyleCnt="0"/>
      <dgm:spPr/>
    </dgm:pt>
    <dgm:pt modelId="{C7C8ABDD-F597-4B11-8014-FC83F6F074A9}" type="pres">
      <dgm:prSet presAssocID="{51BDEAFE-7F98-4C69-9852-156C0E9021C9}" presName="compNode" presStyleCnt="0"/>
      <dgm:spPr/>
    </dgm:pt>
    <dgm:pt modelId="{53F82E2F-361D-4CC2-867C-4EBCF7F33A1D}" type="pres">
      <dgm:prSet presAssocID="{51BDEAFE-7F98-4C69-9852-156C0E9021C9}" presName="iconBgRect" presStyleLbl="bgShp" presStyleIdx="2" presStyleCnt="5"/>
      <dgm:spPr/>
    </dgm:pt>
    <dgm:pt modelId="{A25ABD34-9CC5-4539-9A1F-5E345B88E6C2}" type="pres">
      <dgm:prSet presAssocID="{51BDEAFE-7F98-4C69-9852-156C0E9021C9}"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ock"/>
        </a:ext>
      </dgm:extLst>
    </dgm:pt>
    <dgm:pt modelId="{323DE724-0B02-4607-A0E8-E75E632ADE26}" type="pres">
      <dgm:prSet presAssocID="{51BDEAFE-7F98-4C69-9852-156C0E9021C9}" presName="spaceRect" presStyleCnt="0"/>
      <dgm:spPr/>
    </dgm:pt>
    <dgm:pt modelId="{24857206-CFB4-497E-B512-E1432B10B14B}" type="pres">
      <dgm:prSet presAssocID="{51BDEAFE-7F98-4C69-9852-156C0E9021C9}" presName="textRect" presStyleLbl="revTx" presStyleIdx="2" presStyleCnt="5">
        <dgm:presLayoutVars>
          <dgm:chMax val="1"/>
          <dgm:chPref val="1"/>
        </dgm:presLayoutVars>
      </dgm:prSet>
      <dgm:spPr/>
    </dgm:pt>
    <dgm:pt modelId="{914B27BF-B572-41C9-B609-E4459C7091F5}" type="pres">
      <dgm:prSet presAssocID="{3113D7EC-3CEA-4439-9BA6-BB48E4010AC5}" presName="sibTrans" presStyleLbl="sibTrans2D1" presStyleIdx="0" presStyleCnt="0"/>
      <dgm:spPr/>
    </dgm:pt>
    <dgm:pt modelId="{90AFF7E8-AFEF-4723-89FE-810A937195EF}" type="pres">
      <dgm:prSet presAssocID="{D3B13A75-4C13-4A98-9215-DD4E3730E920}" presName="compNode" presStyleCnt="0"/>
      <dgm:spPr/>
    </dgm:pt>
    <dgm:pt modelId="{7BCB312D-EC5B-40DF-B274-A7CFB2F8A33F}" type="pres">
      <dgm:prSet presAssocID="{D3B13A75-4C13-4A98-9215-DD4E3730E920}" presName="iconBgRect" presStyleLbl="bgShp" presStyleIdx="3" presStyleCnt="5"/>
      <dgm:spPr/>
    </dgm:pt>
    <dgm:pt modelId="{78B5D565-F73C-4E49-8386-FE3F2098C142}" type="pres">
      <dgm:prSet presAssocID="{D3B13A75-4C13-4A98-9215-DD4E3730E920}"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ightning"/>
        </a:ext>
      </dgm:extLst>
    </dgm:pt>
    <dgm:pt modelId="{9062EF9D-992C-4A79-88AD-B2CBD685A173}" type="pres">
      <dgm:prSet presAssocID="{D3B13A75-4C13-4A98-9215-DD4E3730E920}" presName="spaceRect" presStyleCnt="0"/>
      <dgm:spPr/>
    </dgm:pt>
    <dgm:pt modelId="{A5E67142-D150-4DC7-AACC-AD34CE8192E9}" type="pres">
      <dgm:prSet presAssocID="{D3B13A75-4C13-4A98-9215-DD4E3730E920}" presName="textRect" presStyleLbl="revTx" presStyleIdx="3" presStyleCnt="5">
        <dgm:presLayoutVars>
          <dgm:chMax val="1"/>
          <dgm:chPref val="1"/>
        </dgm:presLayoutVars>
      </dgm:prSet>
      <dgm:spPr/>
    </dgm:pt>
    <dgm:pt modelId="{724488FF-09D3-4D8D-8FDC-FA5B934ED5EB}" type="pres">
      <dgm:prSet presAssocID="{4808297B-E520-4AF9-BF3B-252BF7C89957}" presName="sibTrans" presStyleLbl="sibTrans2D1" presStyleIdx="0" presStyleCnt="0"/>
      <dgm:spPr/>
    </dgm:pt>
    <dgm:pt modelId="{6A0434AB-08FE-4B1B-BFCB-87AC6DB7CAD3}" type="pres">
      <dgm:prSet presAssocID="{219A20D2-16AF-4F90-A7CF-ECE9D49C09ED}" presName="compNode" presStyleCnt="0"/>
      <dgm:spPr/>
    </dgm:pt>
    <dgm:pt modelId="{3755A8C6-CB07-4C33-9F34-4968D5429FBD}" type="pres">
      <dgm:prSet presAssocID="{219A20D2-16AF-4F90-A7CF-ECE9D49C09ED}" presName="iconBgRect" presStyleLbl="bgShp" presStyleIdx="4" presStyleCnt="5"/>
      <dgm:spPr/>
    </dgm:pt>
    <dgm:pt modelId="{FC7BBC4B-DDEE-4D12-BB15-33B84F84450E}" type="pres">
      <dgm:prSet presAssocID="{219A20D2-16AF-4F90-A7CF-ECE9D49C09ED}"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Gears"/>
        </a:ext>
      </dgm:extLst>
    </dgm:pt>
    <dgm:pt modelId="{3B722217-5347-418B-BB53-C9CB5814E8C5}" type="pres">
      <dgm:prSet presAssocID="{219A20D2-16AF-4F90-A7CF-ECE9D49C09ED}" presName="spaceRect" presStyleCnt="0"/>
      <dgm:spPr/>
    </dgm:pt>
    <dgm:pt modelId="{0120B384-D431-4D01-A799-850E3FA8D24D}" type="pres">
      <dgm:prSet presAssocID="{219A20D2-16AF-4F90-A7CF-ECE9D49C09ED}" presName="textRect" presStyleLbl="revTx" presStyleIdx="4" presStyleCnt="5">
        <dgm:presLayoutVars>
          <dgm:chMax val="1"/>
          <dgm:chPref val="1"/>
        </dgm:presLayoutVars>
      </dgm:prSet>
      <dgm:spPr/>
    </dgm:pt>
  </dgm:ptLst>
  <dgm:cxnLst>
    <dgm:cxn modelId="{3B4CF003-0977-43F4-872D-766D81DAC5DD}" srcId="{17304838-0D58-4D25-B6B4-1417BBA7582B}" destId="{0DF9C1DC-69CB-4D66-B7CF-798092AD404F}" srcOrd="0" destOrd="0" parTransId="{55803E2F-3EA2-4A9C-B85C-981EC12DF2EC}" sibTransId="{29D59DC3-3A85-4995-A89C-6B275677AA1F}"/>
    <dgm:cxn modelId="{500B5A1A-B11C-2F45-A953-116C39B0052D}" type="presOf" srcId="{0DF9C1DC-69CB-4D66-B7CF-798092AD404F}" destId="{29898BAD-BB67-47B3-8BD5-0FFD07E92398}" srcOrd="0" destOrd="0" presId="urn:microsoft.com/office/officeart/2018/2/layout/IconCircleList"/>
    <dgm:cxn modelId="{D42D6D49-5953-413D-B42F-D8B246FA454B}" srcId="{17304838-0D58-4D25-B6B4-1417BBA7582B}" destId="{51BDEAFE-7F98-4C69-9852-156C0E9021C9}" srcOrd="2" destOrd="0" parTransId="{1085759C-7CD5-46CC-87CB-BAC6441EA0C6}" sibTransId="{3113D7EC-3CEA-4439-9BA6-BB48E4010AC5}"/>
    <dgm:cxn modelId="{BE71234B-E96B-0C4D-88D7-B5584B7693B8}" type="presOf" srcId="{4808297B-E520-4AF9-BF3B-252BF7C89957}" destId="{724488FF-09D3-4D8D-8FDC-FA5B934ED5EB}" srcOrd="0" destOrd="0" presId="urn:microsoft.com/office/officeart/2018/2/layout/IconCircleList"/>
    <dgm:cxn modelId="{15CA885A-C2B1-6D48-A04B-CDA012867BA6}" type="presOf" srcId="{51BDEAFE-7F98-4C69-9852-156C0E9021C9}" destId="{24857206-CFB4-497E-B512-E1432B10B14B}" srcOrd="0" destOrd="0" presId="urn:microsoft.com/office/officeart/2018/2/layout/IconCircleList"/>
    <dgm:cxn modelId="{AC748667-7070-334D-A917-152A5BBAA8F3}" type="presOf" srcId="{29D59DC3-3A85-4995-A89C-6B275677AA1F}" destId="{5967DD0D-D3DA-40B8-9340-22EF8ADE2264}" srcOrd="0" destOrd="0" presId="urn:microsoft.com/office/officeart/2018/2/layout/IconCircleList"/>
    <dgm:cxn modelId="{CE0E2D72-2057-45D7-829C-4D6380FA7059}" srcId="{17304838-0D58-4D25-B6B4-1417BBA7582B}" destId="{5DD00CE7-B29B-4BC0-98D5-FC2B6041BAC4}" srcOrd="1" destOrd="0" parTransId="{BAADE6B4-95AA-4C72-982C-3B363EFD89E5}" sibTransId="{B616BF75-5BD4-4D6E-8082-6093FBCC6076}"/>
    <dgm:cxn modelId="{E02D0082-A805-FC4A-9E7E-89F6E47C7E0F}" type="presOf" srcId="{B616BF75-5BD4-4D6E-8082-6093FBCC6076}" destId="{CE045748-400C-4E9B-8473-AC39FA77A520}" srcOrd="0" destOrd="0" presId="urn:microsoft.com/office/officeart/2018/2/layout/IconCircleList"/>
    <dgm:cxn modelId="{0CBB6699-47CA-F84F-8F7C-0B51843726BC}" type="presOf" srcId="{219A20D2-16AF-4F90-A7CF-ECE9D49C09ED}" destId="{0120B384-D431-4D01-A799-850E3FA8D24D}" srcOrd="0" destOrd="0" presId="urn:microsoft.com/office/officeart/2018/2/layout/IconCircleList"/>
    <dgm:cxn modelId="{84F76D9F-8457-4001-A34F-A16F388ED4DC}" srcId="{17304838-0D58-4D25-B6B4-1417BBA7582B}" destId="{219A20D2-16AF-4F90-A7CF-ECE9D49C09ED}" srcOrd="4" destOrd="0" parTransId="{999C27E6-17CB-4707-95E5-F97B8080181B}" sibTransId="{E2015CBB-79E5-4284-ABDA-07682E1F9521}"/>
    <dgm:cxn modelId="{09E66BB5-090B-4BC9-A6D8-65B9C5927860}" srcId="{17304838-0D58-4D25-B6B4-1417BBA7582B}" destId="{D3B13A75-4C13-4A98-9215-DD4E3730E920}" srcOrd="3" destOrd="0" parTransId="{D020DFDC-52D6-4A3B-A398-3CDD9E968F73}" sibTransId="{4808297B-E520-4AF9-BF3B-252BF7C89957}"/>
    <dgm:cxn modelId="{D92548CE-7A6F-BF4E-95AD-C7C917814E5C}" type="presOf" srcId="{3113D7EC-3CEA-4439-9BA6-BB48E4010AC5}" destId="{914B27BF-B572-41C9-B609-E4459C7091F5}" srcOrd="0" destOrd="0" presId="urn:microsoft.com/office/officeart/2018/2/layout/IconCircleList"/>
    <dgm:cxn modelId="{D91BFEE6-ADA1-974A-8F03-043B16B63BBA}" type="presOf" srcId="{17304838-0D58-4D25-B6B4-1417BBA7582B}" destId="{AD19332F-0441-4C3D-AAEF-D23EC01EB1D3}" srcOrd="0" destOrd="0" presId="urn:microsoft.com/office/officeart/2018/2/layout/IconCircleList"/>
    <dgm:cxn modelId="{D9001CEF-7367-0F4F-9C8F-BBA0B1790BBC}" type="presOf" srcId="{5DD00CE7-B29B-4BC0-98D5-FC2B6041BAC4}" destId="{724AE0F9-54DD-4D4A-8FEB-12785C621064}" srcOrd="0" destOrd="0" presId="urn:microsoft.com/office/officeart/2018/2/layout/IconCircleList"/>
    <dgm:cxn modelId="{015B50F6-F181-1B4B-96CA-BCF3FA3A4C09}" type="presOf" srcId="{D3B13A75-4C13-4A98-9215-DD4E3730E920}" destId="{A5E67142-D150-4DC7-AACC-AD34CE8192E9}" srcOrd="0" destOrd="0" presId="urn:microsoft.com/office/officeart/2018/2/layout/IconCircleList"/>
    <dgm:cxn modelId="{2CB93B7F-8DCE-DC48-88DB-FF52A5D78D70}" type="presParOf" srcId="{AD19332F-0441-4C3D-AAEF-D23EC01EB1D3}" destId="{E574C096-9DF5-4DF2-8121-5FAD457683F3}" srcOrd="0" destOrd="0" presId="urn:microsoft.com/office/officeart/2018/2/layout/IconCircleList"/>
    <dgm:cxn modelId="{2F3D9908-0113-A04F-9734-3B7D389193BA}" type="presParOf" srcId="{E574C096-9DF5-4DF2-8121-5FAD457683F3}" destId="{6FFE5EB4-6A58-445E-96C6-9F7AC53A3799}" srcOrd="0" destOrd="0" presId="urn:microsoft.com/office/officeart/2018/2/layout/IconCircleList"/>
    <dgm:cxn modelId="{C44C5FD9-5775-1741-A453-6EF359F99F79}" type="presParOf" srcId="{6FFE5EB4-6A58-445E-96C6-9F7AC53A3799}" destId="{3A68B214-DDCC-4E8A-BB52-A07F6D8C5AEC}" srcOrd="0" destOrd="0" presId="urn:microsoft.com/office/officeart/2018/2/layout/IconCircleList"/>
    <dgm:cxn modelId="{C6F0DEE6-531A-8544-A658-2A1427E1900E}" type="presParOf" srcId="{6FFE5EB4-6A58-445E-96C6-9F7AC53A3799}" destId="{493E1160-4C39-443D-8422-4B8FEA96A75D}" srcOrd="1" destOrd="0" presId="urn:microsoft.com/office/officeart/2018/2/layout/IconCircleList"/>
    <dgm:cxn modelId="{C69A1B82-4636-9B40-B312-BEFA0F7D5879}" type="presParOf" srcId="{6FFE5EB4-6A58-445E-96C6-9F7AC53A3799}" destId="{6483C411-F690-4789-A64B-DF909B3ED645}" srcOrd="2" destOrd="0" presId="urn:microsoft.com/office/officeart/2018/2/layout/IconCircleList"/>
    <dgm:cxn modelId="{B6FD8655-2F07-3C4C-8B57-4535F28175AA}" type="presParOf" srcId="{6FFE5EB4-6A58-445E-96C6-9F7AC53A3799}" destId="{29898BAD-BB67-47B3-8BD5-0FFD07E92398}" srcOrd="3" destOrd="0" presId="urn:microsoft.com/office/officeart/2018/2/layout/IconCircleList"/>
    <dgm:cxn modelId="{9099E448-67C2-9146-8375-BFDCB717AF0C}" type="presParOf" srcId="{E574C096-9DF5-4DF2-8121-5FAD457683F3}" destId="{5967DD0D-D3DA-40B8-9340-22EF8ADE2264}" srcOrd="1" destOrd="0" presId="urn:microsoft.com/office/officeart/2018/2/layout/IconCircleList"/>
    <dgm:cxn modelId="{CD7426CD-B20A-3F4D-9C0A-5C8ADD01F987}" type="presParOf" srcId="{E574C096-9DF5-4DF2-8121-5FAD457683F3}" destId="{F81D0346-60D4-4858-83CA-3DA142155378}" srcOrd="2" destOrd="0" presId="urn:microsoft.com/office/officeart/2018/2/layout/IconCircleList"/>
    <dgm:cxn modelId="{231E5D81-EA8A-B945-BD38-322695D70BD3}" type="presParOf" srcId="{F81D0346-60D4-4858-83CA-3DA142155378}" destId="{3A007389-D5A2-4733-9B33-B671FA0D9814}" srcOrd="0" destOrd="0" presId="urn:microsoft.com/office/officeart/2018/2/layout/IconCircleList"/>
    <dgm:cxn modelId="{E5FCD5BF-3229-FB4C-BF3A-A755CFA1AB46}" type="presParOf" srcId="{F81D0346-60D4-4858-83CA-3DA142155378}" destId="{E65B99EB-2680-4118-8E6F-85BED8FDA0E8}" srcOrd="1" destOrd="0" presId="urn:microsoft.com/office/officeart/2018/2/layout/IconCircleList"/>
    <dgm:cxn modelId="{6880E7A6-5FA0-EE4C-90AC-B5FB3FE862A1}" type="presParOf" srcId="{F81D0346-60D4-4858-83CA-3DA142155378}" destId="{B62BDD3A-A76D-4AB1-B98F-E5562132F580}" srcOrd="2" destOrd="0" presId="urn:microsoft.com/office/officeart/2018/2/layout/IconCircleList"/>
    <dgm:cxn modelId="{2F030241-1F4F-5C42-A8D3-13397F9E14B6}" type="presParOf" srcId="{F81D0346-60D4-4858-83CA-3DA142155378}" destId="{724AE0F9-54DD-4D4A-8FEB-12785C621064}" srcOrd="3" destOrd="0" presId="urn:microsoft.com/office/officeart/2018/2/layout/IconCircleList"/>
    <dgm:cxn modelId="{970AE1C0-4565-314E-A6A1-331ECF3B185B}" type="presParOf" srcId="{E574C096-9DF5-4DF2-8121-5FAD457683F3}" destId="{CE045748-400C-4E9B-8473-AC39FA77A520}" srcOrd="3" destOrd="0" presId="urn:microsoft.com/office/officeart/2018/2/layout/IconCircleList"/>
    <dgm:cxn modelId="{68C101AF-AA63-A54B-827D-4C0F3AB3FF53}" type="presParOf" srcId="{E574C096-9DF5-4DF2-8121-5FAD457683F3}" destId="{C7C8ABDD-F597-4B11-8014-FC83F6F074A9}" srcOrd="4" destOrd="0" presId="urn:microsoft.com/office/officeart/2018/2/layout/IconCircleList"/>
    <dgm:cxn modelId="{26EFD204-911B-7D4E-9210-3D4181F29327}" type="presParOf" srcId="{C7C8ABDD-F597-4B11-8014-FC83F6F074A9}" destId="{53F82E2F-361D-4CC2-867C-4EBCF7F33A1D}" srcOrd="0" destOrd="0" presId="urn:microsoft.com/office/officeart/2018/2/layout/IconCircleList"/>
    <dgm:cxn modelId="{939FC15D-B1DC-D943-9CEC-63B2D79C8B73}" type="presParOf" srcId="{C7C8ABDD-F597-4B11-8014-FC83F6F074A9}" destId="{A25ABD34-9CC5-4539-9A1F-5E345B88E6C2}" srcOrd="1" destOrd="0" presId="urn:microsoft.com/office/officeart/2018/2/layout/IconCircleList"/>
    <dgm:cxn modelId="{87CA6380-235D-D145-96A7-278BF4DDF32E}" type="presParOf" srcId="{C7C8ABDD-F597-4B11-8014-FC83F6F074A9}" destId="{323DE724-0B02-4607-A0E8-E75E632ADE26}" srcOrd="2" destOrd="0" presId="urn:microsoft.com/office/officeart/2018/2/layout/IconCircleList"/>
    <dgm:cxn modelId="{DF6CFD58-78E7-9E40-8851-4B75F3832C8A}" type="presParOf" srcId="{C7C8ABDD-F597-4B11-8014-FC83F6F074A9}" destId="{24857206-CFB4-497E-B512-E1432B10B14B}" srcOrd="3" destOrd="0" presId="urn:microsoft.com/office/officeart/2018/2/layout/IconCircleList"/>
    <dgm:cxn modelId="{A58A6961-160C-B047-AEAE-70184B7AB191}" type="presParOf" srcId="{E574C096-9DF5-4DF2-8121-5FAD457683F3}" destId="{914B27BF-B572-41C9-B609-E4459C7091F5}" srcOrd="5" destOrd="0" presId="urn:microsoft.com/office/officeart/2018/2/layout/IconCircleList"/>
    <dgm:cxn modelId="{53334CA4-9D54-8A42-9048-D4C902329A21}" type="presParOf" srcId="{E574C096-9DF5-4DF2-8121-5FAD457683F3}" destId="{90AFF7E8-AFEF-4723-89FE-810A937195EF}" srcOrd="6" destOrd="0" presId="urn:microsoft.com/office/officeart/2018/2/layout/IconCircleList"/>
    <dgm:cxn modelId="{E9D01045-3025-574F-9F7B-FAE1B4476792}" type="presParOf" srcId="{90AFF7E8-AFEF-4723-89FE-810A937195EF}" destId="{7BCB312D-EC5B-40DF-B274-A7CFB2F8A33F}" srcOrd="0" destOrd="0" presId="urn:microsoft.com/office/officeart/2018/2/layout/IconCircleList"/>
    <dgm:cxn modelId="{308B1DC4-C973-5843-90CA-BA589C26C418}" type="presParOf" srcId="{90AFF7E8-AFEF-4723-89FE-810A937195EF}" destId="{78B5D565-F73C-4E49-8386-FE3F2098C142}" srcOrd="1" destOrd="0" presId="urn:microsoft.com/office/officeart/2018/2/layout/IconCircleList"/>
    <dgm:cxn modelId="{BA45EDC6-B2F9-F041-AB3D-CB40AD7A6A2F}" type="presParOf" srcId="{90AFF7E8-AFEF-4723-89FE-810A937195EF}" destId="{9062EF9D-992C-4A79-88AD-B2CBD685A173}" srcOrd="2" destOrd="0" presId="urn:microsoft.com/office/officeart/2018/2/layout/IconCircleList"/>
    <dgm:cxn modelId="{34AF4584-7529-3647-94E0-001BBAE3C2CB}" type="presParOf" srcId="{90AFF7E8-AFEF-4723-89FE-810A937195EF}" destId="{A5E67142-D150-4DC7-AACC-AD34CE8192E9}" srcOrd="3" destOrd="0" presId="urn:microsoft.com/office/officeart/2018/2/layout/IconCircleList"/>
    <dgm:cxn modelId="{9DB53682-4CA0-3443-8A82-B1308978E25A}" type="presParOf" srcId="{E574C096-9DF5-4DF2-8121-5FAD457683F3}" destId="{724488FF-09D3-4D8D-8FDC-FA5B934ED5EB}" srcOrd="7" destOrd="0" presId="urn:microsoft.com/office/officeart/2018/2/layout/IconCircleList"/>
    <dgm:cxn modelId="{F4B4A75B-448A-7345-8096-D500F42E0A60}" type="presParOf" srcId="{E574C096-9DF5-4DF2-8121-5FAD457683F3}" destId="{6A0434AB-08FE-4B1B-BFCB-87AC6DB7CAD3}" srcOrd="8" destOrd="0" presId="urn:microsoft.com/office/officeart/2018/2/layout/IconCircleList"/>
    <dgm:cxn modelId="{09237498-8F30-6744-9C49-8D7C7A0C8CDF}" type="presParOf" srcId="{6A0434AB-08FE-4B1B-BFCB-87AC6DB7CAD3}" destId="{3755A8C6-CB07-4C33-9F34-4968D5429FBD}" srcOrd="0" destOrd="0" presId="urn:microsoft.com/office/officeart/2018/2/layout/IconCircleList"/>
    <dgm:cxn modelId="{9F0AC1C7-BAB7-414E-BAC4-3D54016B0BE8}" type="presParOf" srcId="{6A0434AB-08FE-4B1B-BFCB-87AC6DB7CAD3}" destId="{FC7BBC4B-DDEE-4D12-BB15-33B84F84450E}" srcOrd="1" destOrd="0" presId="urn:microsoft.com/office/officeart/2018/2/layout/IconCircleList"/>
    <dgm:cxn modelId="{060589CA-3C4C-F241-B31A-930B28A9DE0F}" type="presParOf" srcId="{6A0434AB-08FE-4B1B-BFCB-87AC6DB7CAD3}" destId="{3B722217-5347-418B-BB53-C9CB5814E8C5}" srcOrd="2" destOrd="0" presId="urn:microsoft.com/office/officeart/2018/2/layout/IconCircleList"/>
    <dgm:cxn modelId="{4C012D87-A7A0-AF40-9DCD-0B477214622C}" type="presParOf" srcId="{6A0434AB-08FE-4B1B-BFCB-87AC6DB7CAD3}" destId="{0120B384-D431-4D01-A799-850E3FA8D24D}"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27A8DF7-458F-4B60-B4DC-558E3CADB9CA}" type="doc">
      <dgm:prSet loTypeId="urn:microsoft.com/office/officeart/2005/8/layout/bProcess4" loCatId="process" qsTypeId="urn:microsoft.com/office/officeart/2005/8/quickstyle/simple4" qsCatId="simple" csTypeId="urn:microsoft.com/office/officeart/2005/8/colors/colorful5" csCatId="colorful"/>
      <dgm:spPr/>
      <dgm:t>
        <a:bodyPr/>
        <a:lstStyle/>
        <a:p>
          <a:endParaRPr lang="en-US"/>
        </a:p>
      </dgm:t>
    </dgm:pt>
    <dgm:pt modelId="{F4F4CB46-6C4E-4EE0-97CB-0D5E51062FB3}">
      <dgm:prSet custT="1"/>
      <dgm:spPr/>
      <dgm:t>
        <a:bodyPr/>
        <a:lstStyle/>
        <a:p>
          <a:r>
            <a:rPr lang="en-AE" sz="1600" b="1" dirty="0"/>
            <a:t>Architecture Review (Cloud) </a:t>
          </a:r>
          <a:endParaRPr lang="en-US" sz="1600" dirty="0"/>
        </a:p>
      </dgm:t>
    </dgm:pt>
    <dgm:pt modelId="{531CCD60-8353-4BBD-9F17-5F8394057B8F}" type="parTrans" cxnId="{1208448A-E85B-40A7-9F47-63BFA74A1EDC}">
      <dgm:prSet/>
      <dgm:spPr/>
      <dgm:t>
        <a:bodyPr/>
        <a:lstStyle/>
        <a:p>
          <a:endParaRPr lang="en-US" sz="2000"/>
        </a:p>
      </dgm:t>
    </dgm:pt>
    <dgm:pt modelId="{114F57AE-866E-4D75-9136-427166D2B718}" type="sibTrans" cxnId="{1208448A-E85B-40A7-9F47-63BFA74A1EDC}">
      <dgm:prSet/>
      <dgm:spPr/>
      <dgm:t>
        <a:bodyPr/>
        <a:lstStyle/>
        <a:p>
          <a:endParaRPr lang="en-US" sz="2000"/>
        </a:p>
      </dgm:t>
    </dgm:pt>
    <dgm:pt modelId="{6E76FBDF-6FE7-4D25-9469-D2F624485A9E}">
      <dgm:prSet custT="1"/>
      <dgm:spPr/>
      <dgm:t>
        <a:bodyPr/>
        <a:lstStyle/>
        <a:p>
          <a:pPr algn="just"/>
          <a:r>
            <a:rPr lang="en-AE" sz="700" b="1"/>
            <a:t>Cloud Provider Evaluation:</a:t>
          </a:r>
          <a:r>
            <a:rPr lang="en-AE" sz="700"/>
            <a:t> Assessing different cloud service providers (e.g., AWS, Azure, Google Cloud) based on factors like pricing, services offered, performance, reliability, and compliance certifications. </a:t>
          </a:r>
          <a:endParaRPr lang="en-US" sz="700"/>
        </a:p>
      </dgm:t>
    </dgm:pt>
    <dgm:pt modelId="{432ACEF3-DB0E-4950-9D17-5735939DD0A9}" type="parTrans" cxnId="{6B21515F-AF45-4786-8FE2-7151D653A712}">
      <dgm:prSet/>
      <dgm:spPr/>
      <dgm:t>
        <a:bodyPr/>
        <a:lstStyle/>
        <a:p>
          <a:endParaRPr lang="en-US" sz="2000"/>
        </a:p>
      </dgm:t>
    </dgm:pt>
    <dgm:pt modelId="{37909DB1-273C-41B6-8A6A-1F314F20AEEC}" type="sibTrans" cxnId="{6B21515F-AF45-4786-8FE2-7151D653A712}">
      <dgm:prSet/>
      <dgm:spPr/>
      <dgm:t>
        <a:bodyPr/>
        <a:lstStyle/>
        <a:p>
          <a:endParaRPr lang="en-US" sz="2000"/>
        </a:p>
      </dgm:t>
    </dgm:pt>
    <dgm:pt modelId="{09DDC521-CCB5-48F9-B9B6-99629C3AAF9E}">
      <dgm:prSet custT="1"/>
      <dgm:spPr/>
      <dgm:t>
        <a:bodyPr/>
        <a:lstStyle/>
        <a:p>
          <a:pPr algn="just"/>
          <a:r>
            <a:rPr lang="en-AE" sz="700" b="1"/>
            <a:t>Cloud Architecture Design:</a:t>
          </a:r>
          <a:r>
            <a:rPr lang="en-AE" sz="700"/>
            <a:t> Planning the architecture for cloud deployment, including decisions on infrastructure as a service (IaaS), platform as a service (PaaS), or software as a service (SaaS) offerings. </a:t>
          </a:r>
          <a:endParaRPr lang="en-US" sz="700"/>
        </a:p>
      </dgm:t>
    </dgm:pt>
    <dgm:pt modelId="{829BC570-CB56-44F8-B593-91855F185691}" type="parTrans" cxnId="{0469553B-945B-4026-80C6-D65BB979C1A5}">
      <dgm:prSet/>
      <dgm:spPr/>
      <dgm:t>
        <a:bodyPr/>
        <a:lstStyle/>
        <a:p>
          <a:endParaRPr lang="en-US" sz="2000"/>
        </a:p>
      </dgm:t>
    </dgm:pt>
    <dgm:pt modelId="{9A55EF1B-27FC-40AC-995A-8B3896F8EE85}" type="sibTrans" cxnId="{0469553B-945B-4026-80C6-D65BB979C1A5}">
      <dgm:prSet/>
      <dgm:spPr/>
      <dgm:t>
        <a:bodyPr/>
        <a:lstStyle/>
        <a:p>
          <a:endParaRPr lang="en-US" sz="2000"/>
        </a:p>
      </dgm:t>
    </dgm:pt>
    <dgm:pt modelId="{58B4250D-686F-4DE1-B172-F124074A7E59}">
      <dgm:prSet custT="1"/>
      <dgm:spPr/>
      <dgm:t>
        <a:bodyPr/>
        <a:lstStyle/>
        <a:p>
          <a:pPr algn="just"/>
          <a:r>
            <a:rPr lang="en-AE" sz="700" b="1"/>
            <a:t>Scalability and Elasticity:</a:t>
          </a:r>
          <a:r>
            <a:rPr lang="en-AE" sz="700"/>
            <a:t> Ensuring that the cloud architecture can scale up or down dynamically based on demand, utilizing features like auto-scaling and load balancing. </a:t>
          </a:r>
          <a:endParaRPr lang="en-US" sz="700"/>
        </a:p>
      </dgm:t>
    </dgm:pt>
    <dgm:pt modelId="{1C210506-CAB3-44C8-AA55-20EC0DF0F3A4}" type="parTrans" cxnId="{51A79FD6-D98A-4C19-8A7D-DA5934CFDBF5}">
      <dgm:prSet/>
      <dgm:spPr/>
      <dgm:t>
        <a:bodyPr/>
        <a:lstStyle/>
        <a:p>
          <a:endParaRPr lang="en-US" sz="2000"/>
        </a:p>
      </dgm:t>
    </dgm:pt>
    <dgm:pt modelId="{735E1EFF-7D98-4FF5-BD43-EAFB22F9E247}" type="sibTrans" cxnId="{51A79FD6-D98A-4C19-8A7D-DA5934CFDBF5}">
      <dgm:prSet/>
      <dgm:spPr/>
      <dgm:t>
        <a:bodyPr/>
        <a:lstStyle/>
        <a:p>
          <a:endParaRPr lang="en-US" sz="2000"/>
        </a:p>
      </dgm:t>
    </dgm:pt>
    <dgm:pt modelId="{7F8471F8-1391-4E77-8A08-C953139993F5}">
      <dgm:prSet custT="1"/>
      <dgm:spPr/>
      <dgm:t>
        <a:bodyPr/>
        <a:lstStyle/>
        <a:p>
          <a:pPr algn="just"/>
          <a:r>
            <a:rPr lang="en-AE" sz="700" b="1"/>
            <a:t>Security and Compliance</a:t>
          </a:r>
          <a:r>
            <a:rPr lang="en-AE" sz="700"/>
            <a:t>: Implementing robust security measures such as encryption, Identity and access management (IAM), network security groups, and compliance controls specific to the chosen cloud provider. </a:t>
          </a:r>
          <a:endParaRPr lang="en-US" sz="700"/>
        </a:p>
      </dgm:t>
    </dgm:pt>
    <dgm:pt modelId="{4C36066B-7027-4FE0-A1E4-17386862EA4F}" type="parTrans" cxnId="{1E9203F0-0940-40C6-80F0-5728263F38D6}">
      <dgm:prSet/>
      <dgm:spPr/>
      <dgm:t>
        <a:bodyPr/>
        <a:lstStyle/>
        <a:p>
          <a:endParaRPr lang="en-US" sz="2000"/>
        </a:p>
      </dgm:t>
    </dgm:pt>
    <dgm:pt modelId="{8C3531AD-8388-4EB4-AD9D-FB67B14BE5BF}" type="sibTrans" cxnId="{1E9203F0-0940-40C6-80F0-5728263F38D6}">
      <dgm:prSet/>
      <dgm:spPr/>
      <dgm:t>
        <a:bodyPr/>
        <a:lstStyle/>
        <a:p>
          <a:endParaRPr lang="en-US" sz="2000"/>
        </a:p>
      </dgm:t>
    </dgm:pt>
    <dgm:pt modelId="{653B0399-A911-4DEE-BFA6-7A91FE4832DD}">
      <dgm:prSet custT="1"/>
      <dgm:spPr/>
      <dgm:t>
        <a:bodyPr/>
        <a:lstStyle/>
        <a:p>
          <a:pPr algn="just"/>
          <a:r>
            <a:rPr lang="en-AE" sz="700" b="1" dirty="0"/>
            <a:t>Cost Management</a:t>
          </a:r>
          <a:r>
            <a:rPr lang="en-AE" sz="700" dirty="0"/>
            <a:t>: Optimizing cloud costs by selecting the right instance types, storage options, and pricing models, as well as implementing cost monitoring and optimization tools provided by the cloud provider. </a:t>
          </a:r>
          <a:endParaRPr lang="en-US" sz="700" dirty="0"/>
        </a:p>
      </dgm:t>
    </dgm:pt>
    <dgm:pt modelId="{259D7EB7-4C07-4E40-9334-6BCA3F8D955A}" type="parTrans" cxnId="{02886329-2988-4DA6-B47F-DDFD480F419A}">
      <dgm:prSet/>
      <dgm:spPr/>
      <dgm:t>
        <a:bodyPr/>
        <a:lstStyle/>
        <a:p>
          <a:endParaRPr lang="en-US" sz="2000"/>
        </a:p>
      </dgm:t>
    </dgm:pt>
    <dgm:pt modelId="{A0DC89BE-13A3-492D-8F88-AAD2D229E429}" type="sibTrans" cxnId="{02886329-2988-4DA6-B47F-DDFD480F419A}">
      <dgm:prSet/>
      <dgm:spPr/>
      <dgm:t>
        <a:bodyPr/>
        <a:lstStyle/>
        <a:p>
          <a:endParaRPr lang="en-US" sz="2000"/>
        </a:p>
      </dgm:t>
    </dgm:pt>
    <dgm:pt modelId="{9880C240-8CB1-4D62-8C22-CB2076ECAAFB}">
      <dgm:prSet custT="1"/>
      <dgm:spPr/>
      <dgm:t>
        <a:bodyPr/>
        <a:lstStyle/>
        <a:p>
          <a:pPr algn="just"/>
          <a:r>
            <a:rPr lang="en-AE" sz="700" b="1"/>
            <a:t>Migration Strategy</a:t>
          </a:r>
          <a:r>
            <a:rPr lang="en-AE" sz="700"/>
            <a:t>: Planning the migration of applications, data, and services to the cloud, considering factors like data transfer methods, downtime minimization, and compatibility with cloud-native technologies. </a:t>
          </a:r>
          <a:endParaRPr lang="en-US" sz="700"/>
        </a:p>
      </dgm:t>
    </dgm:pt>
    <dgm:pt modelId="{C235A1F1-A87F-47C3-860E-C5E52EFCB37A}" type="parTrans" cxnId="{88118ED9-C505-47A0-9F28-CE99C3C7A1E7}">
      <dgm:prSet/>
      <dgm:spPr/>
      <dgm:t>
        <a:bodyPr/>
        <a:lstStyle/>
        <a:p>
          <a:endParaRPr lang="en-US" sz="2000"/>
        </a:p>
      </dgm:t>
    </dgm:pt>
    <dgm:pt modelId="{9E4097CA-0730-4A06-A619-32B3E97ED547}" type="sibTrans" cxnId="{88118ED9-C505-47A0-9F28-CE99C3C7A1E7}">
      <dgm:prSet/>
      <dgm:spPr/>
      <dgm:t>
        <a:bodyPr/>
        <a:lstStyle/>
        <a:p>
          <a:endParaRPr lang="en-US" sz="2000"/>
        </a:p>
      </dgm:t>
    </dgm:pt>
    <dgm:pt modelId="{42F42570-6AD4-494E-9CA1-2683A7F32ADF}">
      <dgm:prSet custT="1"/>
      <dgm:spPr/>
      <dgm:t>
        <a:bodyPr/>
        <a:lstStyle/>
        <a:p>
          <a:pPr algn="just"/>
          <a:r>
            <a:rPr lang="en-AE" sz="700" b="1"/>
            <a:t>Operational Considerations</a:t>
          </a:r>
          <a:r>
            <a:rPr lang="en-AE" sz="700"/>
            <a:t>: Addressing operational aspects such as monitoring, logging, performance optimization, and DevOps practices for continuous integration and deployment (CI/CD). </a:t>
          </a:r>
          <a:endParaRPr lang="en-US" sz="700"/>
        </a:p>
      </dgm:t>
    </dgm:pt>
    <dgm:pt modelId="{23CCF784-8C0C-451A-8176-D7684C9BE006}" type="parTrans" cxnId="{82844618-F459-4E92-A0BF-BC80CB4A9A5B}">
      <dgm:prSet/>
      <dgm:spPr/>
      <dgm:t>
        <a:bodyPr/>
        <a:lstStyle/>
        <a:p>
          <a:endParaRPr lang="en-US" sz="2000"/>
        </a:p>
      </dgm:t>
    </dgm:pt>
    <dgm:pt modelId="{C836405C-B05C-4C29-95DF-F8019E7E1204}" type="sibTrans" cxnId="{82844618-F459-4E92-A0BF-BC80CB4A9A5B}">
      <dgm:prSet/>
      <dgm:spPr/>
      <dgm:t>
        <a:bodyPr/>
        <a:lstStyle/>
        <a:p>
          <a:endParaRPr lang="en-US" sz="2000"/>
        </a:p>
      </dgm:t>
    </dgm:pt>
    <dgm:pt modelId="{316E81A9-E7DC-F44F-911F-30D4C55818D1}" type="pres">
      <dgm:prSet presAssocID="{227A8DF7-458F-4B60-B4DC-558E3CADB9CA}" presName="Name0" presStyleCnt="0">
        <dgm:presLayoutVars>
          <dgm:dir/>
          <dgm:resizeHandles/>
        </dgm:presLayoutVars>
      </dgm:prSet>
      <dgm:spPr/>
    </dgm:pt>
    <dgm:pt modelId="{14CAD254-060B-734C-831F-4E121827FA7A}" type="pres">
      <dgm:prSet presAssocID="{F4F4CB46-6C4E-4EE0-97CB-0D5E51062FB3}" presName="compNode" presStyleCnt="0"/>
      <dgm:spPr/>
    </dgm:pt>
    <dgm:pt modelId="{21CDABFC-9617-5842-A326-F8F16A1926AC}" type="pres">
      <dgm:prSet presAssocID="{F4F4CB46-6C4E-4EE0-97CB-0D5E51062FB3}" presName="dummyConnPt" presStyleCnt="0"/>
      <dgm:spPr/>
    </dgm:pt>
    <dgm:pt modelId="{BEBDF268-0996-804B-B00E-05889BEC38E9}" type="pres">
      <dgm:prSet presAssocID="{F4F4CB46-6C4E-4EE0-97CB-0D5E51062FB3}" presName="node" presStyleLbl="node1" presStyleIdx="0" presStyleCnt="8">
        <dgm:presLayoutVars>
          <dgm:bulletEnabled val="1"/>
        </dgm:presLayoutVars>
      </dgm:prSet>
      <dgm:spPr/>
    </dgm:pt>
    <dgm:pt modelId="{93D96778-48CA-3C4D-B046-E50643F3F2CD}" type="pres">
      <dgm:prSet presAssocID="{114F57AE-866E-4D75-9136-427166D2B718}" presName="sibTrans" presStyleLbl="bgSibTrans2D1" presStyleIdx="0" presStyleCnt="7"/>
      <dgm:spPr/>
    </dgm:pt>
    <dgm:pt modelId="{183AE380-CFC8-0A47-BC87-9063451AE65D}" type="pres">
      <dgm:prSet presAssocID="{6E76FBDF-6FE7-4D25-9469-D2F624485A9E}" presName="compNode" presStyleCnt="0"/>
      <dgm:spPr/>
    </dgm:pt>
    <dgm:pt modelId="{7EF375E3-FCB1-484E-8D90-AEA302721CEC}" type="pres">
      <dgm:prSet presAssocID="{6E76FBDF-6FE7-4D25-9469-D2F624485A9E}" presName="dummyConnPt" presStyleCnt="0"/>
      <dgm:spPr/>
    </dgm:pt>
    <dgm:pt modelId="{3BAA9402-9117-084A-B476-299E93139FEC}" type="pres">
      <dgm:prSet presAssocID="{6E76FBDF-6FE7-4D25-9469-D2F624485A9E}" presName="node" presStyleLbl="node1" presStyleIdx="1" presStyleCnt="8">
        <dgm:presLayoutVars>
          <dgm:bulletEnabled val="1"/>
        </dgm:presLayoutVars>
      </dgm:prSet>
      <dgm:spPr/>
    </dgm:pt>
    <dgm:pt modelId="{6BFC63D3-D160-2F4B-837F-699F51267D70}" type="pres">
      <dgm:prSet presAssocID="{37909DB1-273C-41B6-8A6A-1F314F20AEEC}" presName="sibTrans" presStyleLbl="bgSibTrans2D1" presStyleIdx="1" presStyleCnt="7"/>
      <dgm:spPr/>
    </dgm:pt>
    <dgm:pt modelId="{9BC52085-3CEF-6A47-A79D-A12BA794EBF7}" type="pres">
      <dgm:prSet presAssocID="{09DDC521-CCB5-48F9-B9B6-99629C3AAF9E}" presName="compNode" presStyleCnt="0"/>
      <dgm:spPr/>
    </dgm:pt>
    <dgm:pt modelId="{70260FF9-CE23-DA47-AF5A-C09F1A5B3995}" type="pres">
      <dgm:prSet presAssocID="{09DDC521-CCB5-48F9-B9B6-99629C3AAF9E}" presName="dummyConnPt" presStyleCnt="0"/>
      <dgm:spPr/>
    </dgm:pt>
    <dgm:pt modelId="{BA14DA17-05A7-6F4D-991E-4F2B83C39A00}" type="pres">
      <dgm:prSet presAssocID="{09DDC521-CCB5-48F9-B9B6-99629C3AAF9E}" presName="node" presStyleLbl="node1" presStyleIdx="2" presStyleCnt="8">
        <dgm:presLayoutVars>
          <dgm:bulletEnabled val="1"/>
        </dgm:presLayoutVars>
      </dgm:prSet>
      <dgm:spPr/>
    </dgm:pt>
    <dgm:pt modelId="{2947238D-4B78-5540-8C09-D107FB41119F}" type="pres">
      <dgm:prSet presAssocID="{9A55EF1B-27FC-40AC-995A-8B3896F8EE85}" presName="sibTrans" presStyleLbl="bgSibTrans2D1" presStyleIdx="2" presStyleCnt="7"/>
      <dgm:spPr/>
    </dgm:pt>
    <dgm:pt modelId="{5AB26DEC-3809-A54B-A495-8579927B3A5C}" type="pres">
      <dgm:prSet presAssocID="{58B4250D-686F-4DE1-B172-F124074A7E59}" presName="compNode" presStyleCnt="0"/>
      <dgm:spPr/>
    </dgm:pt>
    <dgm:pt modelId="{A20554C0-04F9-C94E-BF04-B9D186A51353}" type="pres">
      <dgm:prSet presAssocID="{58B4250D-686F-4DE1-B172-F124074A7E59}" presName="dummyConnPt" presStyleCnt="0"/>
      <dgm:spPr/>
    </dgm:pt>
    <dgm:pt modelId="{CDCEC395-89F8-4942-8085-FD0A5FD6B936}" type="pres">
      <dgm:prSet presAssocID="{58B4250D-686F-4DE1-B172-F124074A7E59}" presName="node" presStyleLbl="node1" presStyleIdx="3" presStyleCnt="8">
        <dgm:presLayoutVars>
          <dgm:bulletEnabled val="1"/>
        </dgm:presLayoutVars>
      </dgm:prSet>
      <dgm:spPr/>
    </dgm:pt>
    <dgm:pt modelId="{C82D79DF-5846-4243-87B6-DEF865F1D450}" type="pres">
      <dgm:prSet presAssocID="{735E1EFF-7D98-4FF5-BD43-EAFB22F9E247}" presName="sibTrans" presStyleLbl="bgSibTrans2D1" presStyleIdx="3" presStyleCnt="7"/>
      <dgm:spPr/>
    </dgm:pt>
    <dgm:pt modelId="{046A924B-D030-BD42-9470-90DCE5C30CDD}" type="pres">
      <dgm:prSet presAssocID="{7F8471F8-1391-4E77-8A08-C953139993F5}" presName="compNode" presStyleCnt="0"/>
      <dgm:spPr/>
    </dgm:pt>
    <dgm:pt modelId="{CAFA2850-9A15-6D46-B7EE-E92EAC596606}" type="pres">
      <dgm:prSet presAssocID="{7F8471F8-1391-4E77-8A08-C953139993F5}" presName="dummyConnPt" presStyleCnt="0"/>
      <dgm:spPr/>
    </dgm:pt>
    <dgm:pt modelId="{1841910D-CD48-E845-A4A4-F54F681B0FEB}" type="pres">
      <dgm:prSet presAssocID="{7F8471F8-1391-4E77-8A08-C953139993F5}" presName="node" presStyleLbl="node1" presStyleIdx="4" presStyleCnt="8">
        <dgm:presLayoutVars>
          <dgm:bulletEnabled val="1"/>
        </dgm:presLayoutVars>
      </dgm:prSet>
      <dgm:spPr/>
    </dgm:pt>
    <dgm:pt modelId="{58CAE531-4682-C54C-836D-D78EADD79837}" type="pres">
      <dgm:prSet presAssocID="{8C3531AD-8388-4EB4-AD9D-FB67B14BE5BF}" presName="sibTrans" presStyleLbl="bgSibTrans2D1" presStyleIdx="4" presStyleCnt="7"/>
      <dgm:spPr/>
    </dgm:pt>
    <dgm:pt modelId="{32AEEA8B-7442-ED49-8E64-7463B0306DBC}" type="pres">
      <dgm:prSet presAssocID="{653B0399-A911-4DEE-BFA6-7A91FE4832DD}" presName="compNode" presStyleCnt="0"/>
      <dgm:spPr/>
    </dgm:pt>
    <dgm:pt modelId="{E782BDA6-8062-774B-B410-52EB19C23575}" type="pres">
      <dgm:prSet presAssocID="{653B0399-A911-4DEE-BFA6-7A91FE4832DD}" presName="dummyConnPt" presStyleCnt="0"/>
      <dgm:spPr/>
    </dgm:pt>
    <dgm:pt modelId="{20941C5E-0D6E-1941-9A79-F07012B566D1}" type="pres">
      <dgm:prSet presAssocID="{653B0399-A911-4DEE-BFA6-7A91FE4832DD}" presName="node" presStyleLbl="node1" presStyleIdx="5" presStyleCnt="8">
        <dgm:presLayoutVars>
          <dgm:bulletEnabled val="1"/>
        </dgm:presLayoutVars>
      </dgm:prSet>
      <dgm:spPr/>
    </dgm:pt>
    <dgm:pt modelId="{6C54081F-B7C8-CC4A-B882-91EBB1A39DA7}" type="pres">
      <dgm:prSet presAssocID="{A0DC89BE-13A3-492D-8F88-AAD2D229E429}" presName="sibTrans" presStyleLbl="bgSibTrans2D1" presStyleIdx="5" presStyleCnt="7"/>
      <dgm:spPr/>
    </dgm:pt>
    <dgm:pt modelId="{22671749-E64E-944D-9765-AF2B22D31323}" type="pres">
      <dgm:prSet presAssocID="{9880C240-8CB1-4D62-8C22-CB2076ECAAFB}" presName="compNode" presStyleCnt="0"/>
      <dgm:spPr/>
    </dgm:pt>
    <dgm:pt modelId="{4AE144CB-801E-F045-9166-D88298F3BA04}" type="pres">
      <dgm:prSet presAssocID="{9880C240-8CB1-4D62-8C22-CB2076ECAAFB}" presName="dummyConnPt" presStyleCnt="0"/>
      <dgm:spPr/>
    </dgm:pt>
    <dgm:pt modelId="{5A668F55-D9F4-EC4A-803C-B2EB59D40EB9}" type="pres">
      <dgm:prSet presAssocID="{9880C240-8CB1-4D62-8C22-CB2076ECAAFB}" presName="node" presStyleLbl="node1" presStyleIdx="6" presStyleCnt="8">
        <dgm:presLayoutVars>
          <dgm:bulletEnabled val="1"/>
        </dgm:presLayoutVars>
      </dgm:prSet>
      <dgm:spPr/>
    </dgm:pt>
    <dgm:pt modelId="{94D7EB25-FAB0-DB46-BB5F-A11FFCEB4B61}" type="pres">
      <dgm:prSet presAssocID="{9E4097CA-0730-4A06-A619-32B3E97ED547}" presName="sibTrans" presStyleLbl="bgSibTrans2D1" presStyleIdx="6" presStyleCnt="7"/>
      <dgm:spPr/>
    </dgm:pt>
    <dgm:pt modelId="{1669F69A-AE8A-3647-9A21-B1D4F2099FAC}" type="pres">
      <dgm:prSet presAssocID="{42F42570-6AD4-494E-9CA1-2683A7F32ADF}" presName="compNode" presStyleCnt="0"/>
      <dgm:spPr/>
    </dgm:pt>
    <dgm:pt modelId="{65C3AB42-775D-BC47-8F5F-9CDD6A441D19}" type="pres">
      <dgm:prSet presAssocID="{42F42570-6AD4-494E-9CA1-2683A7F32ADF}" presName="dummyConnPt" presStyleCnt="0"/>
      <dgm:spPr/>
    </dgm:pt>
    <dgm:pt modelId="{3B32081F-2873-3641-BD79-664FAF4C91BB}" type="pres">
      <dgm:prSet presAssocID="{42F42570-6AD4-494E-9CA1-2683A7F32ADF}" presName="node" presStyleLbl="node1" presStyleIdx="7" presStyleCnt="8">
        <dgm:presLayoutVars>
          <dgm:bulletEnabled val="1"/>
        </dgm:presLayoutVars>
      </dgm:prSet>
      <dgm:spPr/>
    </dgm:pt>
  </dgm:ptLst>
  <dgm:cxnLst>
    <dgm:cxn modelId="{82844618-F459-4E92-A0BF-BC80CB4A9A5B}" srcId="{227A8DF7-458F-4B60-B4DC-558E3CADB9CA}" destId="{42F42570-6AD4-494E-9CA1-2683A7F32ADF}" srcOrd="7" destOrd="0" parTransId="{23CCF784-8C0C-451A-8176-D7684C9BE006}" sibTransId="{C836405C-B05C-4C29-95DF-F8019E7E1204}"/>
    <dgm:cxn modelId="{26655B24-7C80-5344-BB82-6CF8AB270B78}" type="presOf" srcId="{F4F4CB46-6C4E-4EE0-97CB-0D5E51062FB3}" destId="{BEBDF268-0996-804B-B00E-05889BEC38E9}" srcOrd="0" destOrd="0" presId="urn:microsoft.com/office/officeart/2005/8/layout/bProcess4"/>
    <dgm:cxn modelId="{02886329-2988-4DA6-B47F-DDFD480F419A}" srcId="{227A8DF7-458F-4B60-B4DC-558E3CADB9CA}" destId="{653B0399-A911-4DEE-BFA6-7A91FE4832DD}" srcOrd="5" destOrd="0" parTransId="{259D7EB7-4C07-4E40-9334-6BCA3F8D955A}" sibTransId="{A0DC89BE-13A3-492D-8F88-AAD2D229E429}"/>
    <dgm:cxn modelId="{0469553B-945B-4026-80C6-D65BB979C1A5}" srcId="{227A8DF7-458F-4B60-B4DC-558E3CADB9CA}" destId="{09DDC521-CCB5-48F9-B9B6-99629C3AAF9E}" srcOrd="2" destOrd="0" parTransId="{829BC570-CB56-44F8-B593-91855F185691}" sibTransId="{9A55EF1B-27FC-40AC-995A-8B3896F8EE85}"/>
    <dgm:cxn modelId="{1FB67647-DED5-F249-BF3D-66D1E8AC496A}" type="presOf" srcId="{37909DB1-273C-41B6-8A6A-1F314F20AEEC}" destId="{6BFC63D3-D160-2F4B-837F-699F51267D70}" srcOrd="0" destOrd="0" presId="urn:microsoft.com/office/officeart/2005/8/layout/bProcess4"/>
    <dgm:cxn modelId="{6B21515F-AF45-4786-8FE2-7151D653A712}" srcId="{227A8DF7-458F-4B60-B4DC-558E3CADB9CA}" destId="{6E76FBDF-6FE7-4D25-9469-D2F624485A9E}" srcOrd="1" destOrd="0" parTransId="{432ACEF3-DB0E-4950-9D17-5735939DD0A9}" sibTransId="{37909DB1-273C-41B6-8A6A-1F314F20AEEC}"/>
    <dgm:cxn modelId="{4FBA0A78-FFCE-BF4A-828F-D1FF7521E3DC}" type="presOf" srcId="{09DDC521-CCB5-48F9-B9B6-99629C3AAF9E}" destId="{BA14DA17-05A7-6F4D-991E-4F2B83C39A00}" srcOrd="0" destOrd="0" presId="urn:microsoft.com/office/officeart/2005/8/layout/bProcess4"/>
    <dgm:cxn modelId="{25CAEE7C-3E4F-E348-8634-7983FFDC2658}" type="presOf" srcId="{8C3531AD-8388-4EB4-AD9D-FB67B14BE5BF}" destId="{58CAE531-4682-C54C-836D-D78EADD79837}" srcOrd="0" destOrd="0" presId="urn:microsoft.com/office/officeart/2005/8/layout/bProcess4"/>
    <dgm:cxn modelId="{4AF6F680-992C-1145-8CB5-AF7F0EB7D498}" type="presOf" srcId="{114F57AE-866E-4D75-9136-427166D2B718}" destId="{93D96778-48CA-3C4D-B046-E50643F3F2CD}" srcOrd="0" destOrd="0" presId="urn:microsoft.com/office/officeart/2005/8/layout/bProcess4"/>
    <dgm:cxn modelId="{90C75B82-239B-004F-969B-C3A04F0EA412}" type="presOf" srcId="{58B4250D-686F-4DE1-B172-F124074A7E59}" destId="{CDCEC395-89F8-4942-8085-FD0A5FD6B936}" srcOrd="0" destOrd="0" presId="urn:microsoft.com/office/officeart/2005/8/layout/bProcess4"/>
    <dgm:cxn modelId="{1208448A-E85B-40A7-9F47-63BFA74A1EDC}" srcId="{227A8DF7-458F-4B60-B4DC-558E3CADB9CA}" destId="{F4F4CB46-6C4E-4EE0-97CB-0D5E51062FB3}" srcOrd="0" destOrd="0" parTransId="{531CCD60-8353-4BBD-9F17-5F8394057B8F}" sibTransId="{114F57AE-866E-4D75-9136-427166D2B718}"/>
    <dgm:cxn modelId="{FBC1C48F-EA28-A94A-9C6F-FC968B8A938F}" type="presOf" srcId="{653B0399-A911-4DEE-BFA6-7A91FE4832DD}" destId="{20941C5E-0D6E-1941-9A79-F07012B566D1}" srcOrd="0" destOrd="0" presId="urn:microsoft.com/office/officeart/2005/8/layout/bProcess4"/>
    <dgm:cxn modelId="{EBE67693-3178-F041-B97B-22467CCDB6A6}" type="presOf" srcId="{42F42570-6AD4-494E-9CA1-2683A7F32ADF}" destId="{3B32081F-2873-3641-BD79-664FAF4C91BB}" srcOrd="0" destOrd="0" presId="urn:microsoft.com/office/officeart/2005/8/layout/bProcess4"/>
    <dgm:cxn modelId="{1636499F-D58B-1641-A7EE-1E2CDFC8E0FB}" type="presOf" srcId="{A0DC89BE-13A3-492D-8F88-AAD2D229E429}" destId="{6C54081F-B7C8-CC4A-B882-91EBB1A39DA7}" srcOrd="0" destOrd="0" presId="urn:microsoft.com/office/officeart/2005/8/layout/bProcess4"/>
    <dgm:cxn modelId="{B99B8BC0-78EB-834A-98F0-195C2C7D7264}" type="presOf" srcId="{6E76FBDF-6FE7-4D25-9469-D2F624485A9E}" destId="{3BAA9402-9117-084A-B476-299E93139FEC}" srcOrd="0" destOrd="0" presId="urn:microsoft.com/office/officeart/2005/8/layout/bProcess4"/>
    <dgm:cxn modelId="{E6EDF9C8-68BE-374E-B914-BEC4996F8AA5}" type="presOf" srcId="{227A8DF7-458F-4B60-B4DC-558E3CADB9CA}" destId="{316E81A9-E7DC-F44F-911F-30D4C55818D1}" srcOrd="0" destOrd="0" presId="urn:microsoft.com/office/officeart/2005/8/layout/bProcess4"/>
    <dgm:cxn modelId="{D46C84C9-60B5-6A4A-A8C0-7E1C025775EA}" type="presOf" srcId="{7F8471F8-1391-4E77-8A08-C953139993F5}" destId="{1841910D-CD48-E845-A4A4-F54F681B0FEB}" srcOrd="0" destOrd="0" presId="urn:microsoft.com/office/officeart/2005/8/layout/bProcess4"/>
    <dgm:cxn modelId="{4218B2CA-B04A-7741-B681-AC562678F689}" type="presOf" srcId="{9A55EF1B-27FC-40AC-995A-8B3896F8EE85}" destId="{2947238D-4B78-5540-8C09-D107FB41119F}" srcOrd="0" destOrd="0" presId="urn:microsoft.com/office/officeart/2005/8/layout/bProcess4"/>
    <dgm:cxn modelId="{37D403CF-8F09-8144-9CB5-43C380B76349}" type="presOf" srcId="{9880C240-8CB1-4D62-8C22-CB2076ECAAFB}" destId="{5A668F55-D9F4-EC4A-803C-B2EB59D40EB9}" srcOrd="0" destOrd="0" presId="urn:microsoft.com/office/officeart/2005/8/layout/bProcess4"/>
    <dgm:cxn modelId="{51A79FD6-D98A-4C19-8A7D-DA5934CFDBF5}" srcId="{227A8DF7-458F-4B60-B4DC-558E3CADB9CA}" destId="{58B4250D-686F-4DE1-B172-F124074A7E59}" srcOrd="3" destOrd="0" parTransId="{1C210506-CAB3-44C8-AA55-20EC0DF0F3A4}" sibTransId="{735E1EFF-7D98-4FF5-BD43-EAFB22F9E247}"/>
    <dgm:cxn modelId="{88118ED9-C505-47A0-9F28-CE99C3C7A1E7}" srcId="{227A8DF7-458F-4B60-B4DC-558E3CADB9CA}" destId="{9880C240-8CB1-4D62-8C22-CB2076ECAAFB}" srcOrd="6" destOrd="0" parTransId="{C235A1F1-A87F-47C3-860E-C5E52EFCB37A}" sibTransId="{9E4097CA-0730-4A06-A619-32B3E97ED547}"/>
    <dgm:cxn modelId="{802AE2E2-5336-2A4B-8EB4-484B63D701C3}" type="presOf" srcId="{9E4097CA-0730-4A06-A619-32B3E97ED547}" destId="{94D7EB25-FAB0-DB46-BB5F-A11FFCEB4B61}" srcOrd="0" destOrd="0" presId="urn:microsoft.com/office/officeart/2005/8/layout/bProcess4"/>
    <dgm:cxn modelId="{10D69AE8-BED4-D54E-A961-5FA6185CD534}" type="presOf" srcId="{735E1EFF-7D98-4FF5-BD43-EAFB22F9E247}" destId="{C82D79DF-5846-4243-87B6-DEF865F1D450}" srcOrd="0" destOrd="0" presId="urn:microsoft.com/office/officeart/2005/8/layout/bProcess4"/>
    <dgm:cxn modelId="{1E9203F0-0940-40C6-80F0-5728263F38D6}" srcId="{227A8DF7-458F-4B60-B4DC-558E3CADB9CA}" destId="{7F8471F8-1391-4E77-8A08-C953139993F5}" srcOrd="4" destOrd="0" parTransId="{4C36066B-7027-4FE0-A1E4-17386862EA4F}" sibTransId="{8C3531AD-8388-4EB4-AD9D-FB67B14BE5BF}"/>
    <dgm:cxn modelId="{40E90231-FD2E-D644-A2A9-3C6961DA0A02}" type="presParOf" srcId="{316E81A9-E7DC-F44F-911F-30D4C55818D1}" destId="{14CAD254-060B-734C-831F-4E121827FA7A}" srcOrd="0" destOrd="0" presId="urn:microsoft.com/office/officeart/2005/8/layout/bProcess4"/>
    <dgm:cxn modelId="{21ECB18A-FAB6-0045-BA17-3FA5FB4BFD41}" type="presParOf" srcId="{14CAD254-060B-734C-831F-4E121827FA7A}" destId="{21CDABFC-9617-5842-A326-F8F16A1926AC}" srcOrd="0" destOrd="0" presId="urn:microsoft.com/office/officeart/2005/8/layout/bProcess4"/>
    <dgm:cxn modelId="{30D43925-7DD7-844F-86AE-399902C32845}" type="presParOf" srcId="{14CAD254-060B-734C-831F-4E121827FA7A}" destId="{BEBDF268-0996-804B-B00E-05889BEC38E9}" srcOrd="1" destOrd="0" presId="urn:microsoft.com/office/officeart/2005/8/layout/bProcess4"/>
    <dgm:cxn modelId="{6EB6E1FB-D538-1045-93D9-EC43FF8438FB}" type="presParOf" srcId="{316E81A9-E7DC-F44F-911F-30D4C55818D1}" destId="{93D96778-48CA-3C4D-B046-E50643F3F2CD}" srcOrd="1" destOrd="0" presId="urn:microsoft.com/office/officeart/2005/8/layout/bProcess4"/>
    <dgm:cxn modelId="{32D1538C-9FC1-DE43-9B22-105267578251}" type="presParOf" srcId="{316E81A9-E7DC-F44F-911F-30D4C55818D1}" destId="{183AE380-CFC8-0A47-BC87-9063451AE65D}" srcOrd="2" destOrd="0" presId="urn:microsoft.com/office/officeart/2005/8/layout/bProcess4"/>
    <dgm:cxn modelId="{2526B7A3-F31B-7048-9681-05BDE077BF63}" type="presParOf" srcId="{183AE380-CFC8-0A47-BC87-9063451AE65D}" destId="{7EF375E3-FCB1-484E-8D90-AEA302721CEC}" srcOrd="0" destOrd="0" presId="urn:microsoft.com/office/officeart/2005/8/layout/bProcess4"/>
    <dgm:cxn modelId="{6971E157-6D44-0B45-AEFE-14C218C4E093}" type="presParOf" srcId="{183AE380-CFC8-0A47-BC87-9063451AE65D}" destId="{3BAA9402-9117-084A-B476-299E93139FEC}" srcOrd="1" destOrd="0" presId="urn:microsoft.com/office/officeart/2005/8/layout/bProcess4"/>
    <dgm:cxn modelId="{8F7E23E6-E63B-4741-B820-1058500589B3}" type="presParOf" srcId="{316E81A9-E7DC-F44F-911F-30D4C55818D1}" destId="{6BFC63D3-D160-2F4B-837F-699F51267D70}" srcOrd="3" destOrd="0" presId="urn:microsoft.com/office/officeart/2005/8/layout/bProcess4"/>
    <dgm:cxn modelId="{7110A017-49E0-1C48-8E38-537A8B894746}" type="presParOf" srcId="{316E81A9-E7DC-F44F-911F-30D4C55818D1}" destId="{9BC52085-3CEF-6A47-A79D-A12BA794EBF7}" srcOrd="4" destOrd="0" presId="urn:microsoft.com/office/officeart/2005/8/layout/bProcess4"/>
    <dgm:cxn modelId="{B118683C-3F78-CB45-A17B-1C412B2C981B}" type="presParOf" srcId="{9BC52085-3CEF-6A47-A79D-A12BA794EBF7}" destId="{70260FF9-CE23-DA47-AF5A-C09F1A5B3995}" srcOrd="0" destOrd="0" presId="urn:microsoft.com/office/officeart/2005/8/layout/bProcess4"/>
    <dgm:cxn modelId="{2D23AD19-4090-9E45-A564-0BE20FCDCEDA}" type="presParOf" srcId="{9BC52085-3CEF-6A47-A79D-A12BA794EBF7}" destId="{BA14DA17-05A7-6F4D-991E-4F2B83C39A00}" srcOrd="1" destOrd="0" presId="urn:microsoft.com/office/officeart/2005/8/layout/bProcess4"/>
    <dgm:cxn modelId="{7C11DC5F-788B-3A4E-8AD4-AD954597B24C}" type="presParOf" srcId="{316E81A9-E7DC-F44F-911F-30D4C55818D1}" destId="{2947238D-4B78-5540-8C09-D107FB41119F}" srcOrd="5" destOrd="0" presId="urn:microsoft.com/office/officeart/2005/8/layout/bProcess4"/>
    <dgm:cxn modelId="{F0BAEFE1-F55E-C649-A92C-72D6EA11982A}" type="presParOf" srcId="{316E81A9-E7DC-F44F-911F-30D4C55818D1}" destId="{5AB26DEC-3809-A54B-A495-8579927B3A5C}" srcOrd="6" destOrd="0" presId="urn:microsoft.com/office/officeart/2005/8/layout/bProcess4"/>
    <dgm:cxn modelId="{AAED30BE-561D-564B-B51D-B1718DB31036}" type="presParOf" srcId="{5AB26DEC-3809-A54B-A495-8579927B3A5C}" destId="{A20554C0-04F9-C94E-BF04-B9D186A51353}" srcOrd="0" destOrd="0" presId="urn:microsoft.com/office/officeart/2005/8/layout/bProcess4"/>
    <dgm:cxn modelId="{8386A78D-6140-BF4F-A9BF-C22D7D19A2DB}" type="presParOf" srcId="{5AB26DEC-3809-A54B-A495-8579927B3A5C}" destId="{CDCEC395-89F8-4942-8085-FD0A5FD6B936}" srcOrd="1" destOrd="0" presId="urn:microsoft.com/office/officeart/2005/8/layout/bProcess4"/>
    <dgm:cxn modelId="{2DE4D7A0-E28F-A94C-A3BA-EDF8C27BB5D3}" type="presParOf" srcId="{316E81A9-E7DC-F44F-911F-30D4C55818D1}" destId="{C82D79DF-5846-4243-87B6-DEF865F1D450}" srcOrd="7" destOrd="0" presId="urn:microsoft.com/office/officeart/2005/8/layout/bProcess4"/>
    <dgm:cxn modelId="{3B5B70FA-4A37-5940-9AE2-B2F416A946D9}" type="presParOf" srcId="{316E81A9-E7DC-F44F-911F-30D4C55818D1}" destId="{046A924B-D030-BD42-9470-90DCE5C30CDD}" srcOrd="8" destOrd="0" presId="urn:microsoft.com/office/officeart/2005/8/layout/bProcess4"/>
    <dgm:cxn modelId="{B60D1784-DE27-2243-9C47-4C3F3D78701B}" type="presParOf" srcId="{046A924B-D030-BD42-9470-90DCE5C30CDD}" destId="{CAFA2850-9A15-6D46-B7EE-E92EAC596606}" srcOrd="0" destOrd="0" presId="urn:microsoft.com/office/officeart/2005/8/layout/bProcess4"/>
    <dgm:cxn modelId="{4244A447-0395-C04A-9FDF-7DB041A2E4A4}" type="presParOf" srcId="{046A924B-D030-BD42-9470-90DCE5C30CDD}" destId="{1841910D-CD48-E845-A4A4-F54F681B0FEB}" srcOrd="1" destOrd="0" presId="urn:microsoft.com/office/officeart/2005/8/layout/bProcess4"/>
    <dgm:cxn modelId="{2314B236-7829-B248-8D0A-BBD8ACDA36DD}" type="presParOf" srcId="{316E81A9-E7DC-F44F-911F-30D4C55818D1}" destId="{58CAE531-4682-C54C-836D-D78EADD79837}" srcOrd="9" destOrd="0" presId="urn:microsoft.com/office/officeart/2005/8/layout/bProcess4"/>
    <dgm:cxn modelId="{3DA995DE-B612-3945-AF85-A895FE8E652A}" type="presParOf" srcId="{316E81A9-E7DC-F44F-911F-30D4C55818D1}" destId="{32AEEA8B-7442-ED49-8E64-7463B0306DBC}" srcOrd="10" destOrd="0" presId="urn:microsoft.com/office/officeart/2005/8/layout/bProcess4"/>
    <dgm:cxn modelId="{3DF111F6-A2FD-F448-8293-FC57A1E3C744}" type="presParOf" srcId="{32AEEA8B-7442-ED49-8E64-7463B0306DBC}" destId="{E782BDA6-8062-774B-B410-52EB19C23575}" srcOrd="0" destOrd="0" presId="urn:microsoft.com/office/officeart/2005/8/layout/bProcess4"/>
    <dgm:cxn modelId="{3CDA9AC3-E408-FD4D-B562-6B6F96DA680C}" type="presParOf" srcId="{32AEEA8B-7442-ED49-8E64-7463B0306DBC}" destId="{20941C5E-0D6E-1941-9A79-F07012B566D1}" srcOrd="1" destOrd="0" presId="urn:microsoft.com/office/officeart/2005/8/layout/bProcess4"/>
    <dgm:cxn modelId="{28F62BC3-B1D1-084C-B0E5-4FE436B5F1F6}" type="presParOf" srcId="{316E81A9-E7DC-F44F-911F-30D4C55818D1}" destId="{6C54081F-B7C8-CC4A-B882-91EBB1A39DA7}" srcOrd="11" destOrd="0" presId="urn:microsoft.com/office/officeart/2005/8/layout/bProcess4"/>
    <dgm:cxn modelId="{8D26FE72-D627-484D-A8F9-F982A991A72D}" type="presParOf" srcId="{316E81A9-E7DC-F44F-911F-30D4C55818D1}" destId="{22671749-E64E-944D-9765-AF2B22D31323}" srcOrd="12" destOrd="0" presId="urn:microsoft.com/office/officeart/2005/8/layout/bProcess4"/>
    <dgm:cxn modelId="{9B7E984E-93C1-C141-976E-CF86095262FD}" type="presParOf" srcId="{22671749-E64E-944D-9765-AF2B22D31323}" destId="{4AE144CB-801E-F045-9166-D88298F3BA04}" srcOrd="0" destOrd="0" presId="urn:microsoft.com/office/officeart/2005/8/layout/bProcess4"/>
    <dgm:cxn modelId="{9C33D646-7E16-E543-86F4-A47DC82D4C75}" type="presParOf" srcId="{22671749-E64E-944D-9765-AF2B22D31323}" destId="{5A668F55-D9F4-EC4A-803C-B2EB59D40EB9}" srcOrd="1" destOrd="0" presId="urn:microsoft.com/office/officeart/2005/8/layout/bProcess4"/>
    <dgm:cxn modelId="{4FB7229C-3D0B-6B48-9492-9B53F78FDB8C}" type="presParOf" srcId="{316E81A9-E7DC-F44F-911F-30D4C55818D1}" destId="{94D7EB25-FAB0-DB46-BB5F-A11FFCEB4B61}" srcOrd="13" destOrd="0" presId="urn:microsoft.com/office/officeart/2005/8/layout/bProcess4"/>
    <dgm:cxn modelId="{51D63061-F683-044B-AE9B-DC1B732AF76B}" type="presParOf" srcId="{316E81A9-E7DC-F44F-911F-30D4C55818D1}" destId="{1669F69A-AE8A-3647-9A21-B1D4F2099FAC}" srcOrd="14" destOrd="0" presId="urn:microsoft.com/office/officeart/2005/8/layout/bProcess4"/>
    <dgm:cxn modelId="{15613D4D-9829-384B-B424-2657E850FEB9}" type="presParOf" srcId="{1669F69A-AE8A-3647-9A21-B1D4F2099FAC}" destId="{65C3AB42-775D-BC47-8F5F-9CDD6A441D19}" srcOrd="0" destOrd="0" presId="urn:microsoft.com/office/officeart/2005/8/layout/bProcess4"/>
    <dgm:cxn modelId="{A5CB13EF-8C22-0741-B852-6BCFAD90126B}" type="presParOf" srcId="{1669F69A-AE8A-3647-9A21-B1D4F2099FAC}" destId="{3B32081F-2873-3641-BD79-664FAF4C91BB}" srcOrd="1" destOrd="0" presId="urn:microsoft.com/office/officeart/2005/8/layout/bProcess4"/>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CA4EFE4-AD2C-4A11-95C0-E7862FF6E1C3}" type="doc">
      <dgm:prSet loTypeId="urn:microsoft.com/office/officeart/2016/7/layout/VerticalHollowActionList" loCatId="List" qsTypeId="urn:microsoft.com/office/officeart/2005/8/quickstyle/simple4" qsCatId="simple" csTypeId="urn:microsoft.com/office/officeart/2005/8/colors/accent1_2" csCatId="accent1" phldr="1"/>
      <dgm:spPr/>
      <dgm:t>
        <a:bodyPr/>
        <a:lstStyle/>
        <a:p>
          <a:endParaRPr lang="en-US"/>
        </a:p>
      </dgm:t>
    </dgm:pt>
    <dgm:pt modelId="{2EDB3155-2E8F-42E9-9874-747304497E87}">
      <dgm:prSet custT="1"/>
      <dgm:spPr/>
      <dgm:t>
        <a:bodyPr/>
        <a:lstStyle/>
        <a:p>
          <a:r>
            <a:rPr lang="en-AE" sz="800" b="1" dirty="0"/>
            <a:t>Assessment and Planning</a:t>
          </a:r>
          <a:r>
            <a:rPr lang="en-AE" sz="800" dirty="0"/>
            <a:t>:</a:t>
          </a:r>
          <a:endParaRPr lang="en-US" sz="800" dirty="0"/>
        </a:p>
      </dgm:t>
    </dgm:pt>
    <dgm:pt modelId="{9BA058BF-BC13-4E9E-B2D5-B197AD15C936}" type="parTrans" cxnId="{2ED7B0D9-40A4-47CB-A047-C49A8CF9F758}">
      <dgm:prSet/>
      <dgm:spPr/>
      <dgm:t>
        <a:bodyPr/>
        <a:lstStyle/>
        <a:p>
          <a:endParaRPr lang="en-US" sz="600"/>
        </a:p>
      </dgm:t>
    </dgm:pt>
    <dgm:pt modelId="{A8D92E46-DF58-4482-8045-876879A8ACDC}" type="sibTrans" cxnId="{2ED7B0D9-40A4-47CB-A047-C49A8CF9F758}">
      <dgm:prSet/>
      <dgm:spPr/>
      <dgm:t>
        <a:bodyPr/>
        <a:lstStyle/>
        <a:p>
          <a:endParaRPr lang="en-US" sz="600"/>
        </a:p>
      </dgm:t>
    </dgm:pt>
    <dgm:pt modelId="{42B07063-3DF8-419C-9AA0-27ADEA482152}">
      <dgm:prSet custT="1"/>
      <dgm:spPr/>
      <dgm:t>
        <a:bodyPr/>
        <a:lstStyle/>
        <a:p>
          <a:r>
            <a:rPr lang="en-AE" sz="700" dirty="0"/>
            <a:t>Inventory Assessment: Identify all applications, data, and infrastructure components currently deployed on-premises. </a:t>
          </a:r>
          <a:endParaRPr lang="en-US" sz="700" dirty="0"/>
        </a:p>
      </dgm:t>
    </dgm:pt>
    <dgm:pt modelId="{8B0FE39B-D7AA-43B2-92F4-29A365330D71}" type="parTrans" cxnId="{144DA0B5-BD8A-4DA7-8F69-02A9A3C84B5D}">
      <dgm:prSet/>
      <dgm:spPr/>
      <dgm:t>
        <a:bodyPr/>
        <a:lstStyle/>
        <a:p>
          <a:endParaRPr lang="en-US" sz="600"/>
        </a:p>
      </dgm:t>
    </dgm:pt>
    <dgm:pt modelId="{093E1A68-F16A-4CEE-A65C-979D1F1E2B2B}" type="sibTrans" cxnId="{144DA0B5-BD8A-4DA7-8F69-02A9A3C84B5D}">
      <dgm:prSet/>
      <dgm:spPr/>
      <dgm:t>
        <a:bodyPr/>
        <a:lstStyle/>
        <a:p>
          <a:endParaRPr lang="en-US" sz="600"/>
        </a:p>
      </dgm:t>
    </dgm:pt>
    <dgm:pt modelId="{6F6E5037-DC72-4787-93B8-1EF41C4FF102}">
      <dgm:prSet custT="1"/>
      <dgm:spPr/>
      <dgm:t>
        <a:bodyPr/>
        <a:lstStyle/>
        <a:p>
          <a:r>
            <a:rPr lang="en-AE" sz="700" dirty="0"/>
            <a:t>Cloud Readiness Assessment: Evaluate the suitability of each application for cloud migration based on factors like dependencies, complexity, regulatory requirements, and resource utilization. </a:t>
          </a:r>
          <a:endParaRPr lang="en-US" sz="700" dirty="0"/>
        </a:p>
      </dgm:t>
    </dgm:pt>
    <dgm:pt modelId="{12AE16C0-41AD-4928-915F-9643EAFF2944}" type="parTrans" cxnId="{4264F9F4-CEE5-4754-8B10-2980DD87822E}">
      <dgm:prSet/>
      <dgm:spPr/>
      <dgm:t>
        <a:bodyPr/>
        <a:lstStyle/>
        <a:p>
          <a:endParaRPr lang="en-US" sz="600"/>
        </a:p>
      </dgm:t>
    </dgm:pt>
    <dgm:pt modelId="{81FDD350-0EF1-4341-BE95-A003F46B1E98}" type="sibTrans" cxnId="{4264F9F4-CEE5-4754-8B10-2980DD87822E}">
      <dgm:prSet/>
      <dgm:spPr/>
      <dgm:t>
        <a:bodyPr/>
        <a:lstStyle/>
        <a:p>
          <a:endParaRPr lang="en-US" sz="600"/>
        </a:p>
      </dgm:t>
    </dgm:pt>
    <dgm:pt modelId="{D3A22BBD-D0DC-4FD3-9A02-FA164095E25C}">
      <dgm:prSet custT="1"/>
      <dgm:spPr/>
      <dgm:t>
        <a:bodyPr/>
        <a:lstStyle/>
        <a:p>
          <a:r>
            <a:rPr lang="en-AE" sz="700" dirty="0"/>
            <a:t>Prioritization: Prioritize applications based on business criticality, complexity, and potential benefits of migration. </a:t>
          </a:r>
          <a:endParaRPr lang="en-US" sz="700" dirty="0"/>
        </a:p>
      </dgm:t>
    </dgm:pt>
    <dgm:pt modelId="{2FE00239-E74A-428C-87C6-B6F3FA75795C}" type="parTrans" cxnId="{D11F277F-6E6F-4881-88F0-770500A55BC0}">
      <dgm:prSet/>
      <dgm:spPr/>
      <dgm:t>
        <a:bodyPr/>
        <a:lstStyle/>
        <a:p>
          <a:endParaRPr lang="en-US" sz="600"/>
        </a:p>
      </dgm:t>
    </dgm:pt>
    <dgm:pt modelId="{4A88C6B7-64C6-4B36-A749-2CBD06D90017}" type="sibTrans" cxnId="{D11F277F-6E6F-4881-88F0-770500A55BC0}">
      <dgm:prSet/>
      <dgm:spPr/>
      <dgm:t>
        <a:bodyPr/>
        <a:lstStyle/>
        <a:p>
          <a:endParaRPr lang="en-US" sz="600"/>
        </a:p>
      </dgm:t>
    </dgm:pt>
    <dgm:pt modelId="{6D1394C1-C1D5-4A25-9452-4E7A31DC5A07}">
      <dgm:prSet custT="1"/>
      <dgm:spPr/>
      <dgm:t>
        <a:bodyPr/>
        <a:lstStyle/>
        <a:p>
          <a:r>
            <a:rPr lang="en-AE" sz="700" dirty="0"/>
            <a:t>Cost Analysis: Estimate the costs associated with running applications in the cloud, considering factors such as compute resources, storage, data transfer, and any additional services required. </a:t>
          </a:r>
          <a:endParaRPr lang="en-US" sz="700" dirty="0"/>
        </a:p>
      </dgm:t>
    </dgm:pt>
    <dgm:pt modelId="{377B8BE1-083F-4E64-A934-CC90ADCC7E41}" type="parTrans" cxnId="{DAAE03D2-3EE7-44BF-8C7A-84170F80BA0D}">
      <dgm:prSet/>
      <dgm:spPr/>
      <dgm:t>
        <a:bodyPr/>
        <a:lstStyle/>
        <a:p>
          <a:endParaRPr lang="en-US" sz="600"/>
        </a:p>
      </dgm:t>
    </dgm:pt>
    <dgm:pt modelId="{8340AC49-170D-4119-9D94-8DE026F6604A}" type="sibTrans" cxnId="{DAAE03D2-3EE7-44BF-8C7A-84170F80BA0D}">
      <dgm:prSet/>
      <dgm:spPr/>
      <dgm:t>
        <a:bodyPr/>
        <a:lstStyle/>
        <a:p>
          <a:endParaRPr lang="en-US" sz="600"/>
        </a:p>
      </dgm:t>
    </dgm:pt>
    <dgm:pt modelId="{72C7FD28-7099-4E11-869A-8216387C0645}">
      <dgm:prSet custT="1"/>
      <dgm:spPr/>
      <dgm:t>
        <a:bodyPr/>
        <a:lstStyle/>
        <a:p>
          <a:r>
            <a:rPr lang="en-AE" sz="700" dirty="0"/>
            <a:t>Risk Assessment: Identify potential risks and challenges associated with migration, such as data security, compliance, performance issues, and downtime. </a:t>
          </a:r>
          <a:endParaRPr lang="en-US" sz="700" dirty="0"/>
        </a:p>
      </dgm:t>
    </dgm:pt>
    <dgm:pt modelId="{B64FF5DC-0AEE-450F-9926-EAB2B42758F1}" type="parTrans" cxnId="{6AFA6255-50E1-415C-B0D3-D8D98D190AA6}">
      <dgm:prSet/>
      <dgm:spPr/>
      <dgm:t>
        <a:bodyPr/>
        <a:lstStyle/>
        <a:p>
          <a:endParaRPr lang="en-US" sz="600"/>
        </a:p>
      </dgm:t>
    </dgm:pt>
    <dgm:pt modelId="{3F0D64B0-D704-4116-948B-B0BE0A3665A3}" type="sibTrans" cxnId="{6AFA6255-50E1-415C-B0D3-D8D98D190AA6}">
      <dgm:prSet/>
      <dgm:spPr/>
      <dgm:t>
        <a:bodyPr/>
        <a:lstStyle/>
        <a:p>
          <a:endParaRPr lang="en-US" sz="600"/>
        </a:p>
      </dgm:t>
    </dgm:pt>
    <dgm:pt modelId="{6D1E7166-55B6-4A51-BBBE-EE6A3E0CC62F}">
      <dgm:prSet custT="1"/>
      <dgm:spPr/>
      <dgm:t>
        <a:bodyPr/>
        <a:lstStyle/>
        <a:p>
          <a:r>
            <a:rPr lang="en-AE" sz="800" b="1" dirty="0"/>
            <a:t>Choose the Right Cloud Platform</a:t>
          </a:r>
          <a:r>
            <a:rPr lang="en-AE" sz="800" dirty="0"/>
            <a:t>: </a:t>
          </a:r>
          <a:endParaRPr lang="en-US" sz="800" dirty="0"/>
        </a:p>
      </dgm:t>
    </dgm:pt>
    <dgm:pt modelId="{E6B66638-D0E0-4367-904B-2ECC6D5EEB8C}" type="parTrans" cxnId="{D93E060A-549E-44D3-B68D-82FAE3F4427D}">
      <dgm:prSet/>
      <dgm:spPr/>
      <dgm:t>
        <a:bodyPr/>
        <a:lstStyle/>
        <a:p>
          <a:endParaRPr lang="en-US" sz="600"/>
        </a:p>
      </dgm:t>
    </dgm:pt>
    <dgm:pt modelId="{DC68814C-5974-4E11-B433-6C1668DDD566}" type="sibTrans" cxnId="{D93E060A-549E-44D3-B68D-82FAE3F4427D}">
      <dgm:prSet/>
      <dgm:spPr/>
      <dgm:t>
        <a:bodyPr/>
        <a:lstStyle/>
        <a:p>
          <a:endParaRPr lang="en-US" sz="600"/>
        </a:p>
      </dgm:t>
    </dgm:pt>
    <dgm:pt modelId="{4F543182-7459-4A08-AABE-1AB8BEB77B2B}">
      <dgm:prSet custT="1"/>
      <dgm:spPr/>
      <dgm:t>
        <a:bodyPr/>
        <a:lstStyle/>
        <a:p>
          <a:r>
            <a:rPr lang="en-AE" sz="700" dirty="0"/>
            <a:t>Evaluate different cloud service providers (e.g., AWS, Azure, Google Cloud) based on factors like services offered, pricing, performance, security, compliance, and geographical presence. </a:t>
          </a:r>
          <a:endParaRPr lang="en-US" sz="700" dirty="0"/>
        </a:p>
      </dgm:t>
    </dgm:pt>
    <dgm:pt modelId="{578C2E60-49BD-40CC-A05F-A4926B0A4983}" type="parTrans" cxnId="{DB9F7132-AAB6-4927-8084-3D049FFFBD92}">
      <dgm:prSet/>
      <dgm:spPr/>
      <dgm:t>
        <a:bodyPr/>
        <a:lstStyle/>
        <a:p>
          <a:endParaRPr lang="en-US" sz="600"/>
        </a:p>
      </dgm:t>
    </dgm:pt>
    <dgm:pt modelId="{99606352-16CE-480C-8825-3AEAE04E271B}" type="sibTrans" cxnId="{DB9F7132-AAB6-4927-8084-3D049FFFBD92}">
      <dgm:prSet/>
      <dgm:spPr/>
      <dgm:t>
        <a:bodyPr/>
        <a:lstStyle/>
        <a:p>
          <a:endParaRPr lang="en-US" sz="600"/>
        </a:p>
      </dgm:t>
    </dgm:pt>
    <dgm:pt modelId="{68315C94-261F-44E3-9A1F-5291ABEA5A38}">
      <dgm:prSet custT="1"/>
      <dgm:spPr/>
      <dgm:t>
        <a:bodyPr/>
        <a:lstStyle/>
        <a:p>
          <a:r>
            <a:rPr lang="en-AE" sz="700"/>
            <a:t>Select the cloud platform that best aligns with your organization's requirements and objectives. </a:t>
          </a:r>
          <a:endParaRPr lang="en-US" sz="700"/>
        </a:p>
      </dgm:t>
    </dgm:pt>
    <dgm:pt modelId="{B2722431-A5E5-43EC-8CE2-005A1543B353}" type="parTrans" cxnId="{9F6BB8B7-DD78-4F18-8DD3-DF8624005C2A}">
      <dgm:prSet/>
      <dgm:spPr/>
      <dgm:t>
        <a:bodyPr/>
        <a:lstStyle/>
        <a:p>
          <a:endParaRPr lang="en-US" sz="600"/>
        </a:p>
      </dgm:t>
    </dgm:pt>
    <dgm:pt modelId="{A4CDC92D-6B41-4472-A8A2-C6814A0D5B2B}" type="sibTrans" cxnId="{9F6BB8B7-DD78-4F18-8DD3-DF8624005C2A}">
      <dgm:prSet/>
      <dgm:spPr/>
      <dgm:t>
        <a:bodyPr/>
        <a:lstStyle/>
        <a:p>
          <a:endParaRPr lang="en-US" sz="600"/>
        </a:p>
      </dgm:t>
    </dgm:pt>
    <dgm:pt modelId="{CCE7F211-1146-4006-B022-5901635D6322}">
      <dgm:prSet custT="1"/>
      <dgm:spPr/>
      <dgm:t>
        <a:bodyPr/>
        <a:lstStyle/>
        <a:p>
          <a:r>
            <a:rPr lang="en-AE" sz="800" b="1" dirty="0"/>
            <a:t>Design the Target Architecture</a:t>
          </a:r>
          <a:r>
            <a:rPr lang="en-AE" sz="800" dirty="0"/>
            <a:t>: </a:t>
          </a:r>
          <a:endParaRPr lang="en-US" sz="800" dirty="0"/>
        </a:p>
      </dgm:t>
    </dgm:pt>
    <dgm:pt modelId="{5896F515-01FC-4508-A169-641DD990B3C6}" type="parTrans" cxnId="{ED1E2AC9-AF94-4CD6-89C0-8DA8FE229611}">
      <dgm:prSet/>
      <dgm:spPr/>
      <dgm:t>
        <a:bodyPr/>
        <a:lstStyle/>
        <a:p>
          <a:endParaRPr lang="en-US" sz="600"/>
        </a:p>
      </dgm:t>
    </dgm:pt>
    <dgm:pt modelId="{099D5FCD-3AAD-432F-9A97-041795BD645D}" type="sibTrans" cxnId="{ED1E2AC9-AF94-4CD6-89C0-8DA8FE229611}">
      <dgm:prSet/>
      <dgm:spPr/>
      <dgm:t>
        <a:bodyPr/>
        <a:lstStyle/>
        <a:p>
          <a:endParaRPr lang="en-US" sz="600"/>
        </a:p>
      </dgm:t>
    </dgm:pt>
    <dgm:pt modelId="{49397FF0-44D9-4872-8EF9-07CA1F3219E4}">
      <dgm:prSet custT="1"/>
      <dgm:spPr/>
      <dgm:t>
        <a:bodyPr/>
        <a:lstStyle/>
        <a:p>
          <a:r>
            <a:rPr lang="en-AE" sz="700"/>
            <a:t>Define the architecture for the cloud environment, including decisions on infrastructure as a service (IaaS), platform as a service (PaaS), or software as a service (SaaS) offerings. </a:t>
          </a:r>
          <a:endParaRPr lang="en-US" sz="700"/>
        </a:p>
      </dgm:t>
    </dgm:pt>
    <dgm:pt modelId="{AC2C9ECF-7F32-4ED5-A32C-9D27E7B237B2}" type="parTrans" cxnId="{AF162BEE-CF46-4B0E-8380-B783EC2AB607}">
      <dgm:prSet/>
      <dgm:spPr/>
      <dgm:t>
        <a:bodyPr/>
        <a:lstStyle/>
        <a:p>
          <a:endParaRPr lang="en-US" sz="600"/>
        </a:p>
      </dgm:t>
    </dgm:pt>
    <dgm:pt modelId="{FB2EC8BA-83F0-4920-90F1-9A3C7A1CD263}" type="sibTrans" cxnId="{AF162BEE-CF46-4B0E-8380-B783EC2AB607}">
      <dgm:prSet/>
      <dgm:spPr/>
      <dgm:t>
        <a:bodyPr/>
        <a:lstStyle/>
        <a:p>
          <a:endParaRPr lang="en-US" sz="600"/>
        </a:p>
      </dgm:t>
    </dgm:pt>
    <dgm:pt modelId="{CE25697F-8366-464B-8D65-C8523D0DAACB}">
      <dgm:prSet custT="1"/>
      <dgm:spPr/>
      <dgm:t>
        <a:bodyPr/>
        <a:lstStyle/>
        <a:p>
          <a:r>
            <a:rPr lang="en-AE" sz="700" dirty="0"/>
            <a:t>Consider cloud-native technologies and services that can enhance scalability, resilience, and agility. </a:t>
          </a:r>
          <a:endParaRPr lang="en-US" sz="700" dirty="0"/>
        </a:p>
      </dgm:t>
    </dgm:pt>
    <dgm:pt modelId="{D5E2D0D9-2C2D-4782-B88D-7BDBF881B998}" type="parTrans" cxnId="{6BF70231-CEBD-4FFD-B9AE-A6D424EF07A4}">
      <dgm:prSet/>
      <dgm:spPr/>
      <dgm:t>
        <a:bodyPr/>
        <a:lstStyle/>
        <a:p>
          <a:endParaRPr lang="en-US" sz="600"/>
        </a:p>
      </dgm:t>
    </dgm:pt>
    <dgm:pt modelId="{EB15C268-A865-41E2-8B8C-998C250184E6}" type="sibTrans" cxnId="{6BF70231-CEBD-4FFD-B9AE-A6D424EF07A4}">
      <dgm:prSet/>
      <dgm:spPr/>
      <dgm:t>
        <a:bodyPr/>
        <a:lstStyle/>
        <a:p>
          <a:endParaRPr lang="en-US" sz="600"/>
        </a:p>
      </dgm:t>
    </dgm:pt>
    <dgm:pt modelId="{BB2C16E8-A032-43EE-B8D3-75469F2C67FD}">
      <dgm:prSet custT="1"/>
      <dgm:spPr/>
      <dgm:t>
        <a:bodyPr/>
        <a:lstStyle/>
        <a:p>
          <a:r>
            <a:rPr lang="en-AE" sz="800" b="1" dirty="0"/>
            <a:t>Data Migration</a:t>
          </a:r>
          <a:r>
            <a:rPr lang="en-AE" sz="800" dirty="0"/>
            <a:t>: </a:t>
          </a:r>
          <a:endParaRPr lang="en-US" sz="800" dirty="0"/>
        </a:p>
      </dgm:t>
    </dgm:pt>
    <dgm:pt modelId="{8F33B8EF-93DA-4C13-9471-02D360DB1E48}" type="parTrans" cxnId="{C19B0389-7C6C-4B75-96EC-F5DFCC5D48FD}">
      <dgm:prSet/>
      <dgm:spPr/>
      <dgm:t>
        <a:bodyPr/>
        <a:lstStyle/>
        <a:p>
          <a:endParaRPr lang="en-US" sz="600"/>
        </a:p>
      </dgm:t>
    </dgm:pt>
    <dgm:pt modelId="{2AF15AFF-0A21-440C-B0BA-A3A642BFD644}" type="sibTrans" cxnId="{C19B0389-7C6C-4B75-96EC-F5DFCC5D48FD}">
      <dgm:prSet/>
      <dgm:spPr/>
      <dgm:t>
        <a:bodyPr/>
        <a:lstStyle/>
        <a:p>
          <a:endParaRPr lang="en-US" sz="600"/>
        </a:p>
      </dgm:t>
    </dgm:pt>
    <dgm:pt modelId="{AEBDEC48-A29B-4ECD-B357-4033AAC72D82}">
      <dgm:prSet custT="1"/>
      <dgm:spPr/>
      <dgm:t>
        <a:bodyPr/>
        <a:lstStyle/>
        <a:p>
          <a:r>
            <a:rPr lang="en-AE" sz="700" dirty="0"/>
            <a:t>Develop a data migration strategy for transferring data from on-premises storage systems to cloud storage solutions. </a:t>
          </a:r>
          <a:endParaRPr lang="en-US" sz="700" dirty="0"/>
        </a:p>
      </dgm:t>
    </dgm:pt>
    <dgm:pt modelId="{2F0759D8-FB71-42F2-8B9C-2997CC8042EA}" type="parTrans" cxnId="{0DB97EF0-7495-4801-99E1-BBB1E6B05815}">
      <dgm:prSet/>
      <dgm:spPr/>
      <dgm:t>
        <a:bodyPr/>
        <a:lstStyle/>
        <a:p>
          <a:endParaRPr lang="en-US" sz="600"/>
        </a:p>
      </dgm:t>
    </dgm:pt>
    <dgm:pt modelId="{49E1FD94-6231-4302-BA9A-913CCA959916}" type="sibTrans" cxnId="{0DB97EF0-7495-4801-99E1-BBB1E6B05815}">
      <dgm:prSet/>
      <dgm:spPr/>
      <dgm:t>
        <a:bodyPr/>
        <a:lstStyle/>
        <a:p>
          <a:endParaRPr lang="en-US" sz="600"/>
        </a:p>
      </dgm:t>
    </dgm:pt>
    <dgm:pt modelId="{004ABBAF-DE6F-423E-8D1C-41264A96B9EB}">
      <dgm:prSet custT="1"/>
      <dgm:spPr/>
      <dgm:t>
        <a:bodyPr/>
        <a:lstStyle/>
        <a:p>
          <a:r>
            <a:rPr lang="en-AE" sz="700"/>
            <a:t>Choose appropriate migration methods such as online migration, offline migration, or hybrid approaches based on data volume, latency requirements, and downtime tolerance. </a:t>
          </a:r>
          <a:endParaRPr lang="en-US" sz="700"/>
        </a:p>
      </dgm:t>
    </dgm:pt>
    <dgm:pt modelId="{1EFC4290-8390-4AAA-845F-9E6A00A55776}" type="parTrans" cxnId="{B5E02FF2-B768-4112-807C-7206889A704A}">
      <dgm:prSet/>
      <dgm:spPr/>
      <dgm:t>
        <a:bodyPr/>
        <a:lstStyle/>
        <a:p>
          <a:endParaRPr lang="en-US" sz="600"/>
        </a:p>
      </dgm:t>
    </dgm:pt>
    <dgm:pt modelId="{AD558FDD-33EC-4CC0-8AEA-5EF397B14C3E}" type="sibTrans" cxnId="{B5E02FF2-B768-4112-807C-7206889A704A}">
      <dgm:prSet/>
      <dgm:spPr/>
      <dgm:t>
        <a:bodyPr/>
        <a:lstStyle/>
        <a:p>
          <a:endParaRPr lang="en-US" sz="600"/>
        </a:p>
      </dgm:t>
    </dgm:pt>
    <dgm:pt modelId="{BB995EA9-13FC-4BE2-8AC5-A6C8170DA30A}">
      <dgm:prSet custT="1"/>
      <dgm:spPr/>
      <dgm:t>
        <a:bodyPr/>
        <a:lstStyle/>
        <a:p>
          <a:r>
            <a:rPr lang="en-AE" sz="800" b="1" dirty="0"/>
            <a:t>Application Migration</a:t>
          </a:r>
          <a:r>
            <a:rPr lang="en-AE" sz="800" dirty="0"/>
            <a:t>: </a:t>
          </a:r>
          <a:endParaRPr lang="en-US" sz="800" dirty="0"/>
        </a:p>
      </dgm:t>
    </dgm:pt>
    <dgm:pt modelId="{50A15CF9-4F36-456B-8B13-EAB0B5B08076}" type="parTrans" cxnId="{1E6BBF97-E7D5-4732-A3F8-0F3399CD6F28}">
      <dgm:prSet/>
      <dgm:spPr/>
      <dgm:t>
        <a:bodyPr/>
        <a:lstStyle/>
        <a:p>
          <a:endParaRPr lang="en-US" sz="600"/>
        </a:p>
      </dgm:t>
    </dgm:pt>
    <dgm:pt modelId="{11F304DB-0B71-473B-AE82-8AE39E0BEC4E}" type="sibTrans" cxnId="{1E6BBF97-E7D5-4732-A3F8-0F3399CD6F28}">
      <dgm:prSet/>
      <dgm:spPr/>
      <dgm:t>
        <a:bodyPr/>
        <a:lstStyle/>
        <a:p>
          <a:endParaRPr lang="en-US" sz="600"/>
        </a:p>
      </dgm:t>
    </dgm:pt>
    <dgm:pt modelId="{FF4A5BDA-1842-4163-BE03-11E4521EB7B0}">
      <dgm:prSet custT="1"/>
      <dgm:spPr/>
      <dgm:t>
        <a:bodyPr/>
        <a:lstStyle/>
        <a:p>
          <a:r>
            <a:rPr lang="en-AE" sz="700" dirty="0"/>
            <a:t>Determine the migration approach for each application, which may include rehosting (lift and shift), re-platforming (lift, tinker, and shift), or refactoring (rearchitecting). </a:t>
          </a:r>
          <a:endParaRPr lang="en-US" sz="700" dirty="0"/>
        </a:p>
      </dgm:t>
    </dgm:pt>
    <dgm:pt modelId="{52F5B45E-0F22-4EAB-B935-107912E43800}" type="parTrans" cxnId="{3C9F08BC-E8A1-4021-A5E7-1EC9159314E6}">
      <dgm:prSet/>
      <dgm:spPr/>
      <dgm:t>
        <a:bodyPr/>
        <a:lstStyle/>
        <a:p>
          <a:endParaRPr lang="en-US" sz="600"/>
        </a:p>
      </dgm:t>
    </dgm:pt>
    <dgm:pt modelId="{76BED35E-8D5A-4CDF-BA39-BB5E54588184}" type="sibTrans" cxnId="{3C9F08BC-E8A1-4021-A5E7-1EC9159314E6}">
      <dgm:prSet/>
      <dgm:spPr/>
      <dgm:t>
        <a:bodyPr/>
        <a:lstStyle/>
        <a:p>
          <a:endParaRPr lang="en-US" sz="600"/>
        </a:p>
      </dgm:t>
    </dgm:pt>
    <dgm:pt modelId="{BE23989E-24C3-43A7-B682-130DFA4D6B4A}">
      <dgm:prSet custT="1"/>
      <dgm:spPr/>
      <dgm:t>
        <a:bodyPr/>
        <a:lstStyle/>
        <a:p>
          <a:r>
            <a:rPr lang="en-AE" sz="700"/>
            <a:t>Test applications in the cloud environment to ensure compatibility, performance, and functionality. </a:t>
          </a:r>
          <a:endParaRPr lang="en-US" sz="700"/>
        </a:p>
      </dgm:t>
    </dgm:pt>
    <dgm:pt modelId="{1D47ED78-A139-4C09-BFD3-8989B17E6ED0}" type="parTrans" cxnId="{4B6A70FF-89ED-4D94-8DD0-48EC6B7AE8B9}">
      <dgm:prSet/>
      <dgm:spPr/>
      <dgm:t>
        <a:bodyPr/>
        <a:lstStyle/>
        <a:p>
          <a:endParaRPr lang="en-US" sz="600"/>
        </a:p>
      </dgm:t>
    </dgm:pt>
    <dgm:pt modelId="{AF7222E7-9FFC-4546-AA7C-BA4C8ECB0F0B}" type="sibTrans" cxnId="{4B6A70FF-89ED-4D94-8DD0-48EC6B7AE8B9}">
      <dgm:prSet/>
      <dgm:spPr/>
      <dgm:t>
        <a:bodyPr/>
        <a:lstStyle/>
        <a:p>
          <a:endParaRPr lang="en-US" sz="600"/>
        </a:p>
      </dgm:t>
    </dgm:pt>
    <dgm:pt modelId="{03B793DB-824E-4A80-9CF8-7C4156E52E94}">
      <dgm:prSet custT="1"/>
      <dgm:spPr/>
      <dgm:t>
        <a:bodyPr/>
        <a:lstStyle/>
        <a:p>
          <a:r>
            <a:rPr lang="en-AE" sz="800" b="1" dirty="0"/>
            <a:t>Security and Compliance</a:t>
          </a:r>
          <a:r>
            <a:rPr lang="en-AE" sz="800" dirty="0"/>
            <a:t>: </a:t>
          </a:r>
          <a:endParaRPr lang="en-US" sz="800" dirty="0"/>
        </a:p>
      </dgm:t>
    </dgm:pt>
    <dgm:pt modelId="{683E7F92-C193-42A2-BA0F-80B0792668F4}" type="parTrans" cxnId="{777970BB-A3DB-416C-A3FC-01798350E643}">
      <dgm:prSet/>
      <dgm:spPr/>
      <dgm:t>
        <a:bodyPr/>
        <a:lstStyle/>
        <a:p>
          <a:endParaRPr lang="en-US" sz="600"/>
        </a:p>
      </dgm:t>
    </dgm:pt>
    <dgm:pt modelId="{C2D6FD9A-49F3-471B-AAD6-96DB4A8488AF}" type="sibTrans" cxnId="{777970BB-A3DB-416C-A3FC-01798350E643}">
      <dgm:prSet/>
      <dgm:spPr/>
      <dgm:t>
        <a:bodyPr/>
        <a:lstStyle/>
        <a:p>
          <a:endParaRPr lang="en-US" sz="600"/>
        </a:p>
      </dgm:t>
    </dgm:pt>
    <dgm:pt modelId="{38544717-68E5-4A29-8F8F-DB586EE2F01C}">
      <dgm:prSet custT="1"/>
      <dgm:spPr/>
      <dgm:t>
        <a:bodyPr/>
        <a:lstStyle/>
        <a:p>
          <a:r>
            <a:rPr lang="en-AE" sz="700"/>
            <a:t>Implement robust security measures in the cloud environment, including encryption, identity and access management (IAM), network security groups, and security monitoring. </a:t>
          </a:r>
          <a:endParaRPr lang="en-US" sz="700"/>
        </a:p>
      </dgm:t>
    </dgm:pt>
    <dgm:pt modelId="{81CBC3A7-C5DD-4376-84D6-A7676CBA42B2}" type="parTrans" cxnId="{A64F7259-80F2-4463-9AEB-71AAF2FEA7D0}">
      <dgm:prSet/>
      <dgm:spPr/>
      <dgm:t>
        <a:bodyPr/>
        <a:lstStyle/>
        <a:p>
          <a:endParaRPr lang="en-US" sz="600"/>
        </a:p>
      </dgm:t>
    </dgm:pt>
    <dgm:pt modelId="{39746457-18AE-438D-9F00-E76E5612F5E7}" type="sibTrans" cxnId="{A64F7259-80F2-4463-9AEB-71AAF2FEA7D0}">
      <dgm:prSet/>
      <dgm:spPr/>
      <dgm:t>
        <a:bodyPr/>
        <a:lstStyle/>
        <a:p>
          <a:endParaRPr lang="en-US" sz="600"/>
        </a:p>
      </dgm:t>
    </dgm:pt>
    <dgm:pt modelId="{9E8FF4DF-1B69-4F4F-A2D9-21B29F0CD1EB}">
      <dgm:prSet custT="1"/>
      <dgm:spPr/>
      <dgm:t>
        <a:bodyPr/>
        <a:lstStyle/>
        <a:p>
          <a:r>
            <a:rPr lang="en-AE" sz="700"/>
            <a:t>Ensure compliance with industry regulations and standards relevant to your business, such as GDPR, HIPAA, or PCI DSS. </a:t>
          </a:r>
          <a:endParaRPr lang="en-US" sz="700"/>
        </a:p>
      </dgm:t>
    </dgm:pt>
    <dgm:pt modelId="{F3425FEB-8E47-44AF-8082-E80F023E4937}" type="parTrans" cxnId="{1478330B-B601-4B29-AFC9-FB10AD962579}">
      <dgm:prSet/>
      <dgm:spPr/>
      <dgm:t>
        <a:bodyPr/>
        <a:lstStyle/>
        <a:p>
          <a:endParaRPr lang="en-US" sz="600"/>
        </a:p>
      </dgm:t>
    </dgm:pt>
    <dgm:pt modelId="{C65AAE8E-7E3C-4F79-95C0-AF7569D7FFF4}" type="sibTrans" cxnId="{1478330B-B601-4B29-AFC9-FB10AD962579}">
      <dgm:prSet/>
      <dgm:spPr/>
      <dgm:t>
        <a:bodyPr/>
        <a:lstStyle/>
        <a:p>
          <a:endParaRPr lang="en-US" sz="600"/>
        </a:p>
      </dgm:t>
    </dgm:pt>
    <dgm:pt modelId="{14156D34-A754-4D78-AE02-28AFECCBA64A}">
      <dgm:prSet custT="1"/>
      <dgm:spPr/>
      <dgm:t>
        <a:bodyPr/>
        <a:lstStyle/>
        <a:p>
          <a:r>
            <a:rPr lang="en-AE" sz="600" b="1" dirty="0"/>
            <a:t>Testing and </a:t>
          </a:r>
          <a:r>
            <a:rPr lang="en-AE" sz="800" b="1" dirty="0"/>
            <a:t>Validation</a:t>
          </a:r>
          <a:r>
            <a:rPr lang="en-AE" sz="600" dirty="0"/>
            <a:t>: </a:t>
          </a:r>
          <a:endParaRPr lang="en-US" sz="600" dirty="0"/>
        </a:p>
      </dgm:t>
    </dgm:pt>
    <dgm:pt modelId="{3DBEB86F-B448-4033-83FC-961E5E1433BD}" type="parTrans" cxnId="{44AED96E-EA38-4201-90CF-6C791DA20B7E}">
      <dgm:prSet/>
      <dgm:spPr/>
      <dgm:t>
        <a:bodyPr/>
        <a:lstStyle/>
        <a:p>
          <a:endParaRPr lang="en-US" sz="600"/>
        </a:p>
      </dgm:t>
    </dgm:pt>
    <dgm:pt modelId="{CC40BA03-EB09-4F7D-A145-F022AE2EADD6}" type="sibTrans" cxnId="{44AED96E-EA38-4201-90CF-6C791DA20B7E}">
      <dgm:prSet/>
      <dgm:spPr/>
      <dgm:t>
        <a:bodyPr/>
        <a:lstStyle/>
        <a:p>
          <a:endParaRPr lang="en-US" sz="600"/>
        </a:p>
      </dgm:t>
    </dgm:pt>
    <dgm:pt modelId="{511800EE-11F0-4207-BA45-9B73C7F4B3FD}">
      <dgm:prSet custT="1"/>
      <dgm:spPr/>
      <dgm:t>
        <a:bodyPr/>
        <a:lstStyle/>
        <a:p>
          <a:r>
            <a:rPr lang="en-AE" sz="700" dirty="0"/>
            <a:t>Conduct thorough testing of migrated applications and data to verify functionality, performance, and reliability. </a:t>
          </a:r>
          <a:endParaRPr lang="en-US" sz="700" dirty="0"/>
        </a:p>
      </dgm:t>
    </dgm:pt>
    <dgm:pt modelId="{CBD816B1-24E0-4919-82DF-FE5061CF2AEA}" type="parTrans" cxnId="{D9BFD867-14D0-4460-886F-47A58488BCEE}">
      <dgm:prSet/>
      <dgm:spPr/>
      <dgm:t>
        <a:bodyPr/>
        <a:lstStyle/>
        <a:p>
          <a:endParaRPr lang="en-US" sz="600"/>
        </a:p>
      </dgm:t>
    </dgm:pt>
    <dgm:pt modelId="{CA4EFE0D-C4A8-433A-8DC1-BE1A682CEAE0}" type="sibTrans" cxnId="{D9BFD867-14D0-4460-886F-47A58488BCEE}">
      <dgm:prSet/>
      <dgm:spPr/>
      <dgm:t>
        <a:bodyPr/>
        <a:lstStyle/>
        <a:p>
          <a:endParaRPr lang="en-US" sz="600"/>
        </a:p>
      </dgm:t>
    </dgm:pt>
    <dgm:pt modelId="{EFE8849E-8666-4104-886B-3EA5FF712B33}">
      <dgm:prSet custT="1"/>
      <dgm:spPr/>
      <dgm:t>
        <a:bodyPr/>
        <a:lstStyle/>
        <a:p>
          <a:r>
            <a:rPr lang="en-AE" sz="700"/>
            <a:t>Perform user acceptance testing (UAT) to validate that business requirements are met. </a:t>
          </a:r>
          <a:endParaRPr lang="en-US" sz="700"/>
        </a:p>
      </dgm:t>
    </dgm:pt>
    <dgm:pt modelId="{9575EA9B-C86F-43FE-BBFF-B136DFC95CEF}" type="parTrans" cxnId="{32EE6955-A3C1-4341-BD81-A504B60DB883}">
      <dgm:prSet/>
      <dgm:spPr/>
      <dgm:t>
        <a:bodyPr/>
        <a:lstStyle/>
        <a:p>
          <a:endParaRPr lang="en-US" sz="600"/>
        </a:p>
      </dgm:t>
    </dgm:pt>
    <dgm:pt modelId="{3D7933F4-8113-4DE0-A3AC-E4D4D2C15B42}" type="sibTrans" cxnId="{32EE6955-A3C1-4341-BD81-A504B60DB883}">
      <dgm:prSet/>
      <dgm:spPr/>
      <dgm:t>
        <a:bodyPr/>
        <a:lstStyle/>
        <a:p>
          <a:endParaRPr lang="en-US" sz="600"/>
        </a:p>
      </dgm:t>
    </dgm:pt>
    <dgm:pt modelId="{15DBEBE1-39C7-45F6-90DA-A0EDF6448A6D}">
      <dgm:prSet custT="1"/>
      <dgm:spPr/>
      <dgm:t>
        <a:bodyPr/>
        <a:lstStyle/>
        <a:p>
          <a:r>
            <a:rPr lang="en-AE" sz="800" b="1" dirty="0"/>
            <a:t>Training and Change Management</a:t>
          </a:r>
          <a:r>
            <a:rPr lang="en-AE" sz="800" dirty="0"/>
            <a:t>: </a:t>
          </a:r>
          <a:endParaRPr lang="en-US" sz="800" dirty="0"/>
        </a:p>
      </dgm:t>
    </dgm:pt>
    <dgm:pt modelId="{AF5DA608-5724-408F-A5D0-ADE22DE48372}" type="parTrans" cxnId="{1D2ADCFC-06F8-4E0F-81F2-6EF4A3677C4F}">
      <dgm:prSet/>
      <dgm:spPr/>
      <dgm:t>
        <a:bodyPr/>
        <a:lstStyle/>
        <a:p>
          <a:endParaRPr lang="en-US" sz="600"/>
        </a:p>
      </dgm:t>
    </dgm:pt>
    <dgm:pt modelId="{50924B60-D880-4800-A5E4-DCF1B638BEFD}" type="sibTrans" cxnId="{1D2ADCFC-06F8-4E0F-81F2-6EF4A3677C4F}">
      <dgm:prSet/>
      <dgm:spPr/>
      <dgm:t>
        <a:bodyPr/>
        <a:lstStyle/>
        <a:p>
          <a:endParaRPr lang="en-US" sz="600"/>
        </a:p>
      </dgm:t>
    </dgm:pt>
    <dgm:pt modelId="{62B9DFA7-C7A3-4D65-A730-41C91CC60D4B}">
      <dgm:prSet custT="1"/>
      <dgm:spPr/>
      <dgm:t>
        <a:bodyPr/>
        <a:lstStyle/>
        <a:p>
          <a:r>
            <a:rPr lang="en-AE" sz="700"/>
            <a:t>Provide training to IT staff and end-users on using cloud services and managing cloud resources effectively. </a:t>
          </a:r>
          <a:endParaRPr lang="en-US" sz="700"/>
        </a:p>
      </dgm:t>
    </dgm:pt>
    <dgm:pt modelId="{03216820-F3B8-4A47-8958-09C487287A12}" type="parTrans" cxnId="{CE9ED92A-1A87-43B9-A4B3-0F2A25D1A0D2}">
      <dgm:prSet/>
      <dgm:spPr/>
      <dgm:t>
        <a:bodyPr/>
        <a:lstStyle/>
        <a:p>
          <a:endParaRPr lang="en-US" sz="600"/>
        </a:p>
      </dgm:t>
    </dgm:pt>
    <dgm:pt modelId="{5F9ECAD7-5AAF-4FA9-A7CF-9C2E17E46F54}" type="sibTrans" cxnId="{CE9ED92A-1A87-43B9-A4B3-0F2A25D1A0D2}">
      <dgm:prSet/>
      <dgm:spPr/>
      <dgm:t>
        <a:bodyPr/>
        <a:lstStyle/>
        <a:p>
          <a:endParaRPr lang="en-US" sz="600"/>
        </a:p>
      </dgm:t>
    </dgm:pt>
    <dgm:pt modelId="{AEBAD976-96B4-491A-A1B1-27795D25862C}">
      <dgm:prSet custT="1"/>
      <dgm:spPr/>
      <dgm:t>
        <a:bodyPr/>
        <a:lstStyle/>
        <a:p>
          <a:r>
            <a:rPr lang="en-AE" sz="700"/>
            <a:t>Implement change management processes to ensure smooth transition and adoption of cloud technologies. </a:t>
          </a:r>
          <a:endParaRPr lang="en-US" sz="700"/>
        </a:p>
      </dgm:t>
    </dgm:pt>
    <dgm:pt modelId="{245734B4-A85F-481F-A814-ED8B02A07A56}" type="parTrans" cxnId="{5F8BF0A4-780C-40EC-AE3D-AEEE8397692D}">
      <dgm:prSet/>
      <dgm:spPr/>
      <dgm:t>
        <a:bodyPr/>
        <a:lstStyle/>
        <a:p>
          <a:endParaRPr lang="en-US" sz="600"/>
        </a:p>
      </dgm:t>
    </dgm:pt>
    <dgm:pt modelId="{14BB89B7-EFD8-4671-B567-DCDB228668CC}" type="sibTrans" cxnId="{5F8BF0A4-780C-40EC-AE3D-AEEE8397692D}">
      <dgm:prSet/>
      <dgm:spPr/>
      <dgm:t>
        <a:bodyPr/>
        <a:lstStyle/>
        <a:p>
          <a:endParaRPr lang="en-US" sz="600"/>
        </a:p>
      </dgm:t>
    </dgm:pt>
    <dgm:pt modelId="{CB43878B-17C5-428E-83C8-974C28DD8681}">
      <dgm:prSet custT="1"/>
      <dgm:spPr/>
      <dgm:t>
        <a:bodyPr/>
        <a:lstStyle/>
        <a:p>
          <a:r>
            <a:rPr lang="en-AE" sz="800" b="1" dirty="0"/>
            <a:t>Monitoring and Optimization</a:t>
          </a:r>
          <a:r>
            <a:rPr lang="en-AE" sz="800" dirty="0"/>
            <a:t>: </a:t>
          </a:r>
          <a:endParaRPr lang="en-US" sz="800" dirty="0"/>
        </a:p>
      </dgm:t>
    </dgm:pt>
    <dgm:pt modelId="{1C7403BF-8C9D-48C2-86D0-E80C33C94D7B}" type="parTrans" cxnId="{53945B45-9F83-4ABD-8BEC-FB9D1F31A142}">
      <dgm:prSet/>
      <dgm:spPr/>
      <dgm:t>
        <a:bodyPr/>
        <a:lstStyle/>
        <a:p>
          <a:endParaRPr lang="en-US" sz="600"/>
        </a:p>
      </dgm:t>
    </dgm:pt>
    <dgm:pt modelId="{BD05F905-14EB-4AE3-B4BD-455D8C96BBBD}" type="sibTrans" cxnId="{53945B45-9F83-4ABD-8BEC-FB9D1F31A142}">
      <dgm:prSet/>
      <dgm:spPr/>
      <dgm:t>
        <a:bodyPr/>
        <a:lstStyle/>
        <a:p>
          <a:endParaRPr lang="en-US" sz="600"/>
        </a:p>
      </dgm:t>
    </dgm:pt>
    <dgm:pt modelId="{F21DC5FF-5FA2-4EB2-B91C-7557E5A5DE5E}">
      <dgm:prSet custT="1"/>
      <dgm:spPr/>
      <dgm:t>
        <a:bodyPr/>
        <a:lstStyle/>
        <a:p>
          <a:r>
            <a:rPr lang="en-AE" sz="700"/>
            <a:t>Set up monitoring and alerting systems to track the performance, availability, and cost of cloud resources. </a:t>
          </a:r>
          <a:endParaRPr lang="en-US" sz="700"/>
        </a:p>
      </dgm:t>
    </dgm:pt>
    <dgm:pt modelId="{F11E0769-18BE-4683-88CE-04753E828590}" type="parTrans" cxnId="{C342C995-3D39-4471-B958-7C874E61731E}">
      <dgm:prSet/>
      <dgm:spPr/>
      <dgm:t>
        <a:bodyPr/>
        <a:lstStyle/>
        <a:p>
          <a:endParaRPr lang="en-US" sz="600"/>
        </a:p>
      </dgm:t>
    </dgm:pt>
    <dgm:pt modelId="{F96F3532-3895-4A93-8EA3-19544A4765A9}" type="sibTrans" cxnId="{C342C995-3D39-4471-B958-7C874E61731E}">
      <dgm:prSet/>
      <dgm:spPr/>
      <dgm:t>
        <a:bodyPr/>
        <a:lstStyle/>
        <a:p>
          <a:endParaRPr lang="en-US" sz="600"/>
        </a:p>
      </dgm:t>
    </dgm:pt>
    <dgm:pt modelId="{9AEA6EF7-6BEC-473B-9B6F-357E0AF51F27}">
      <dgm:prSet custT="1"/>
      <dgm:spPr/>
      <dgm:t>
        <a:bodyPr/>
        <a:lstStyle/>
        <a:p>
          <a:r>
            <a:rPr lang="en-AE" sz="700" dirty="0"/>
            <a:t>Continuously optimize cloud usage and costs by right-sizing resources, leveraging reserved instances, and implementing cost management best practices. </a:t>
          </a:r>
          <a:endParaRPr lang="en-US" sz="700" dirty="0"/>
        </a:p>
      </dgm:t>
    </dgm:pt>
    <dgm:pt modelId="{87009205-BF02-4C0A-9695-E37FEE83E471}" type="parTrans" cxnId="{312CA4EE-58D6-45BF-9868-DF733F917B7D}">
      <dgm:prSet/>
      <dgm:spPr/>
      <dgm:t>
        <a:bodyPr/>
        <a:lstStyle/>
        <a:p>
          <a:endParaRPr lang="en-US" sz="600"/>
        </a:p>
      </dgm:t>
    </dgm:pt>
    <dgm:pt modelId="{84E26665-48A7-489B-9BF6-E8DEFC4B15D1}" type="sibTrans" cxnId="{312CA4EE-58D6-45BF-9868-DF733F917B7D}">
      <dgm:prSet/>
      <dgm:spPr/>
      <dgm:t>
        <a:bodyPr/>
        <a:lstStyle/>
        <a:p>
          <a:endParaRPr lang="en-US" sz="600"/>
        </a:p>
      </dgm:t>
    </dgm:pt>
    <dgm:pt modelId="{113E5D9E-C2FE-4DDE-A717-982D0D6DCCD0}">
      <dgm:prSet custT="1"/>
      <dgm:spPr/>
      <dgm:t>
        <a:bodyPr/>
        <a:lstStyle/>
        <a:p>
          <a:r>
            <a:rPr lang="en-AE" sz="800" b="1" dirty="0"/>
            <a:t>Post-Migration Support</a:t>
          </a:r>
          <a:r>
            <a:rPr lang="en-AE" sz="800" dirty="0"/>
            <a:t>: </a:t>
          </a:r>
          <a:endParaRPr lang="en-US" sz="800" dirty="0"/>
        </a:p>
      </dgm:t>
    </dgm:pt>
    <dgm:pt modelId="{69B26841-269A-4469-8D02-5E798BDA24B6}" type="parTrans" cxnId="{72900594-E00C-4700-95C4-F77EF520EAB9}">
      <dgm:prSet/>
      <dgm:spPr/>
      <dgm:t>
        <a:bodyPr/>
        <a:lstStyle/>
        <a:p>
          <a:endParaRPr lang="en-US" sz="600"/>
        </a:p>
      </dgm:t>
    </dgm:pt>
    <dgm:pt modelId="{F790A074-EB19-4748-93BA-983C677D57B9}" type="sibTrans" cxnId="{72900594-E00C-4700-95C4-F77EF520EAB9}">
      <dgm:prSet/>
      <dgm:spPr/>
      <dgm:t>
        <a:bodyPr/>
        <a:lstStyle/>
        <a:p>
          <a:endParaRPr lang="en-US" sz="600"/>
        </a:p>
      </dgm:t>
    </dgm:pt>
    <dgm:pt modelId="{617B1F66-2362-40BF-84CD-F161D369AF12}">
      <dgm:prSet custT="1"/>
      <dgm:spPr/>
      <dgm:t>
        <a:bodyPr/>
        <a:lstStyle/>
        <a:p>
          <a:r>
            <a:rPr lang="en-AE" sz="700"/>
            <a:t>Provide ongoing support and maintenance for migrated applications and infrastructure in the cloud environment. </a:t>
          </a:r>
          <a:endParaRPr lang="en-US" sz="700"/>
        </a:p>
      </dgm:t>
    </dgm:pt>
    <dgm:pt modelId="{BC63F27E-5432-4A06-9292-59763B939694}" type="parTrans" cxnId="{5DA1067C-CE5E-4E63-BF64-0319600C19D4}">
      <dgm:prSet/>
      <dgm:spPr/>
      <dgm:t>
        <a:bodyPr/>
        <a:lstStyle/>
        <a:p>
          <a:endParaRPr lang="en-US" sz="600"/>
        </a:p>
      </dgm:t>
    </dgm:pt>
    <dgm:pt modelId="{EEC65334-E188-4938-9656-922E58D734CF}" type="sibTrans" cxnId="{5DA1067C-CE5E-4E63-BF64-0319600C19D4}">
      <dgm:prSet/>
      <dgm:spPr/>
      <dgm:t>
        <a:bodyPr/>
        <a:lstStyle/>
        <a:p>
          <a:endParaRPr lang="en-US" sz="600"/>
        </a:p>
      </dgm:t>
    </dgm:pt>
    <dgm:pt modelId="{9DE7C9A8-445F-4744-AA01-A7FFD62CF610}">
      <dgm:prSet custT="1"/>
      <dgm:spPr/>
      <dgm:t>
        <a:bodyPr/>
        <a:lstStyle/>
        <a:p>
          <a:r>
            <a:rPr lang="en-AE" sz="700"/>
            <a:t>Establish procedures for incident management, troubleshooting, and performance optimization. </a:t>
          </a:r>
          <a:endParaRPr lang="en-US" sz="700"/>
        </a:p>
      </dgm:t>
    </dgm:pt>
    <dgm:pt modelId="{93414F3A-ED83-4E1F-8906-63C5673B8800}" type="parTrans" cxnId="{5765326F-3258-4636-9EE7-BF7BF1C334BC}">
      <dgm:prSet/>
      <dgm:spPr/>
      <dgm:t>
        <a:bodyPr/>
        <a:lstStyle/>
        <a:p>
          <a:endParaRPr lang="en-US" sz="600"/>
        </a:p>
      </dgm:t>
    </dgm:pt>
    <dgm:pt modelId="{9D8166DD-3963-4EAE-AB05-F8C96521AA82}" type="sibTrans" cxnId="{5765326F-3258-4636-9EE7-BF7BF1C334BC}">
      <dgm:prSet/>
      <dgm:spPr/>
      <dgm:t>
        <a:bodyPr/>
        <a:lstStyle/>
        <a:p>
          <a:endParaRPr lang="en-US" sz="600"/>
        </a:p>
      </dgm:t>
    </dgm:pt>
    <dgm:pt modelId="{191C1066-02F0-4845-96EC-843B91AFB9A1}" type="pres">
      <dgm:prSet presAssocID="{4CA4EFE4-AD2C-4A11-95C0-E7862FF6E1C3}" presName="Name0" presStyleCnt="0">
        <dgm:presLayoutVars>
          <dgm:dir/>
          <dgm:animLvl val="lvl"/>
          <dgm:resizeHandles val="exact"/>
        </dgm:presLayoutVars>
      </dgm:prSet>
      <dgm:spPr/>
    </dgm:pt>
    <dgm:pt modelId="{EB400F0B-8808-D746-AF9B-5F4EF029ABDE}" type="pres">
      <dgm:prSet presAssocID="{2EDB3155-2E8F-42E9-9874-747304497E87}" presName="linNode" presStyleCnt="0"/>
      <dgm:spPr/>
    </dgm:pt>
    <dgm:pt modelId="{46650D04-FF41-344F-A9FF-3AF3388BB164}" type="pres">
      <dgm:prSet presAssocID="{2EDB3155-2E8F-42E9-9874-747304497E87}" presName="parentText" presStyleLbl="solidFgAcc1" presStyleIdx="0" presStyleCnt="10">
        <dgm:presLayoutVars>
          <dgm:chMax val="1"/>
          <dgm:bulletEnabled/>
        </dgm:presLayoutVars>
      </dgm:prSet>
      <dgm:spPr/>
    </dgm:pt>
    <dgm:pt modelId="{FCECF1F4-C180-6540-A858-23ED708D984D}" type="pres">
      <dgm:prSet presAssocID="{2EDB3155-2E8F-42E9-9874-747304497E87}" presName="descendantText" presStyleLbl="alignNode1" presStyleIdx="0" presStyleCnt="10" custScaleY="181932" custLinFactNeighborX="2777" custLinFactNeighborY="10264">
        <dgm:presLayoutVars>
          <dgm:bulletEnabled/>
        </dgm:presLayoutVars>
      </dgm:prSet>
      <dgm:spPr/>
    </dgm:pt>
    <dgm:pt modelId="{B0F6F1CB-9EF9-EF4F-B8A7-5DACB9227B9E}" type="pres">
      <dgm:prSet presAssocID="{A8D92E46-DF58-4482-8045-876879A8ACDC}" presName="sp" presStyleCnt="0"/>
      <dgm:spPr/>
    </dgm:pt>
    <dgm:pt modelId="{C2713627-115F-3746-B420-73630F325D41}" type="pres">
      <dgm:prSet presAssocID="{6D1E7166-55B6-4A51-BBBE-EE6A3E0CC62F}" presName="linNode" presStyleCnt="0"/>
      <dgm:spPr/>
    </dgm:pt>
    <dgm:pt modelId="{996F82FF-0057-304A-A8D0-465A19F863E4}" type="pres">
      <dgm:prSet presAssocID="{6D1E7166-55B6-4A51-BBBE-EE6A3E0CC62F}" presName="parentText" presStyleLbl="solidFgAcc1" presStyleIdx="1" presStyleCnt="10">
        <dgm:presLayoutVars>
          <dgm:chMax val="1"/>
          <dgm:bulletEnabled/>
        </dgm:presLayoutVars>
      </dgm:prSet>
      <dgm:spPr/>
    </dgm:pt>
    <dgm:pt modelId="{2C94367C-066E-B74F-99DD-E1681BD402E0}" type="pres">
      <dgm:prSet presAssocID="{6D1E7166-55B6-4A51-BBBE-EE6A3E0CC62F}" presName="descendantText" presStyleLbl="alignNode1" presStyleIdx="1" presStyleCnt="10">
        <dgm:presLayoutVars>
          <dgm:bulletEnabled/>
        </dgm:presLayoutVars>
      </dgm:prSet>
      <dgm:spPr/>
    </dgm:pt>
    <dgm:pt modelId="{848DA615-4C96-9642-8DE3-7F7E924285ED}" type="pres">
      <dgm:prSet presAssocID="{DC68814C-5974-4E11-B433-6C1668DDD566}" presName="sp" presStyleCnt="0"/>
      <dgm:spPr/>
    </dgm:pt>
    <dgm:pt modelId="{545A0462-B9A7-D64E-BAA5-41781AE56445}" type="pres">
      <dgm:prSet presAssocID="{CCE7F211-1146-4006-B022-5901635D6322}" presName="linNode" presStyleCnt="0"/>
      <dgm:spPr/>
    </dgm:pt>
    <dgm:pt modelId="{E69D9FF8-3BD1-0146-96C8-45ABAC149294}" type="pres">
      <dgm:prSet presAssocID="{CCE7F211-1146-4006-B022-5901635D6322}" presName="parentText" presStyleLbl="solidFgAcc1" presStyleIdx="2" presStyleCnt="10">
        <dgm:presLayoutVars>
          <dgm:chMax val="1"/>
          <dgm:bulletEnabled/>
        </dgm:presLayoutVars>
      </dgm:prSet>
      <dgm:spPr/>
    </dgm:pt>
    <dgm:pt modelId="{604A85A2-D97F-BC46-8017-F2A2C7C7FE23}" type="pres">
      <dgm:prSet presAssocID="{CCE7F211-1146-4006-B022-5901635D6322}" presName="descendantText" presStyleLbl="alignNode1" presStyleIdx="2" presStyleCnt="10">
        <dgm:presLayoutVars>
          <dgm:bulletEnabled/>
        </dgm:presLayoutVars>
      </dgm:prSet>
      <dgm:spPr/>
    </dgm:pt>
    <dgm:pt modelId="{7975C5FA-20E1-6C43-9294-B28F79F55367}" type="pres">
      <dgm:prSet presAssocID="{099D5FCD-3AAD-432F-9A97-041795BD645D}" presName="sp" presStyleCnt="0"/>
      <dgm:spPr/>
    </dgm:pt>
    <dgm:pt modelId="{B82FBFAE-AF1C-BC41-A673-4939B2C90D06}" type="pres">
      <dgm:prSet presAssocID="{BB2C16E8-A032-43EE-B8D3-75469F2C67FD}" presName="linNode" presStyleCnt="0"/>
      <dgm:spPr/>
    </dgm:pt>
    <dgm:pt modelId="{E67A63FD-9785-F64C-BF31-C740B9D182FB}" type="pres">
      <dgm:prSet presAssocID="{BB2C16E8-A032-43EE-B8D3-75469F2C67FD}" presName="parentText" presStyleLbl="solidFgAcc1" presStyleIdx="3" presStyleCnt="10">
        <dgm:presLayoutVars>
          <dgm:chMax val="1"/>
          <dgm:bulletEnabled/>
        </dgm:presLayoutVars>
      </dgm:prSet>
      <dgm:spPr/>
    </dgm:pt>
    <dgm:pt modelId="{1A8899AC-4CAE-AB4C-82CA-323ABDAB4D41}" type="pres">
      <dgm:prSet presAssocID="{BB2C16E8-A032-43EE-B8D3-75469F2C67FD}" presName="descendantText" presStyleLbl="alignNode1" presStyleIdx="3" presStyleCnt="10">
        <dgm:presLayoutVars>
          <dgm:bulletEnabled/>
        </dgm:presLayoutVars>
      </dgm:prSet>
      <dgm:spPr/>
    </dgm:pt>
    <dgm:pt modelId="{8D83C261-8411-E94E-9F47-7A5850896217}" type="pres">
      <dgm:prSet presAssocID="{2AF15AFF-0A21-440C-B0BA-A3A642BFD644}" presName="sp" presStyleCnt="0"/>
      <dgm:spPr/>
    </dgm:pt>
    <dgm:pt modelId="{AC10EA26-A6C1-9F43-BC63-EFC1D71354DC}" type="pres">
      <dgm:prSet presAssocID="{BB995EA9-13FC-4BE2-8AC5-A6C8170DA30A}" presName="linNode" presStyleCnt="0"/>
      <dgm:spPr/>
    </dgm:pt>
    <dgm:pt modelId="{4719E80B-7E0F-1D47-9B93-82CE2A67BAC9}" type="pres">
      <dgm:prSet presAssocID="{BB995EA9-13FC-4BE2-8AC5-A6C8170DA30A}" presName="parentText" presStyleLbl="solidFgAcc1" presStyleIdx="4" presStyleCnt="10" custLinFactNeighborX="-2354" custLinFactNeighborY="-1675">
        <dgm:presLayoutVars>
          <dgm:chMax val="1"/>
          <dgm:bulletEnabled/>
        </dgm:presLayoutVars>
      </dgm:prSet>
      <dgm:spPr/>
    </dgm:pt>
    <dgm:pt modelId="{9DC3349B-2550-0541-967A-AEFDABFEE1AF}" type="pres">
      <dgm:prSet presAssocID="{BB995EA9-13FC-4BE2-8AC5-A6C8170DA30A}" presName="descendantText" presStyleLbl="alignNode1" presStyleIdx="4" presStyleCnt="10">
        <dgm:presLayoutVars>
          <dgm:bulletEnabled/>
        </dgm:presLayoutVars>
      </dgm:prSet>
      <dgm:spPr/>
    </dgm:pt>
    <dgm:pt modelId="{278A4C5A-6765-834B-AB64-8DDFBB0AB09C}" type="pres">
      <dgm:prSet presAssocID="{11F304DB-0B71-473B-AE82-8AE39E0BEC4E}" presName="sp" presStyleCnt="0"/>
      <dgm:spPr/>
    </dgm:pt>
    <dgm:pt modelId="{2517ABB2-0BE9-2A42-867B-88D5886759AA}" type="pres">
      <dgm:prSet presAssocID="{03B793DB-824E-4A80-9CF8-7C4156E52E94}" presName="linNode" presStyleCnt="0"/>
      <dgm:spPr/>
    </dgm:pt>
    <dgm:pt modelId="{43A1B22B-2E21-314B-A1A0-02414381B292}" type="pres">
      <dgm:prSet presAssocID="{03B793DB-824E-4A80-9CF8-7C4156E52E94}" presName="parentText" presStyleLbl="solidFgAcc1" presStyleIdx="5" presStyleCnt="10">
        <dgm:presLayoutVars>
          <dgm:chMax val="1"/>
          <dgm:bulletEnabled/>
        </dgm:presLayoutVars>
      </dgm:prSet>
      <dgm:spPr/>
    </dgm:pt>
    <dgm:pt modelId="{8082B0E4-064F-BF41-9E5E-37BD103560A9}" type="pres">
      <dgm:prSet presAssocID="{03B793DB-824E-4A80-9CF8-7C4156E52E94}" presName="descendantText" presStyleLbl="alignNode1" presStyleIdx="5" presStyleCnt="10">
        <dgm:presLayoutVars>
          <dgm:bulletEnabled/>
        </dgm:presLayoutVars>
      </dgm:prSet>
      <dgm:spPr/>
    </dgm:pt>
    <dgm:pt modelId="{FF9EA2E9-C5B9-8C46-BB25-8A17FF21A8A5}" type="pres">
      <dgm:prSet presAssocID="{C2D6FD9A-49F3-471B-AAD6-96DB4A8488AF}" presName="sp" presStyleCnt="0"/>
      <dgm:spPr/>
    </dgm:pt>
    <dgm:pt modelId="{B693143B-D873-DC4F-BCBD-4354F5B6C5C8}" type="pres">
      <dgm:prSet presAssocID="{14156D34-A754-4D78-AE02-28AFECCBA64A}" presName="linNode" presStyleCnt="0"/>
      <dgm:spPr/>
    </dgm:pt>
    <dgm:pt modelId="{71099B30-55F5-8241-8D71-3E8D5B8970D2}" type="pres">
      <dgm:prSet presAssocID="{14156D34-A754-4D78-AE02-28AFECCBA64A}" presName="parentText" presStyleLbl="solidFgAcc1" presStyleIdx="6" presStyleCnt="10">
        <dgm:presLayoutVars>
          <dgm:chMax val="1"/>
          <dgm:bulletEnabled/>
        </dgm:presLayoutVars>
      </dgm:prSet>
      <dgm:spPr/>
    </dgm:pt>
    <dgm:pt modelId="{467754C8-0477-EC44-8876-85C933BBFA9F}" type="pres">
      <dgm:prSet presAssocID="{14156D34-A754-4D78-AE02-28AFECCBA64A}" presName="descendantText" presStyleLbl="alignNode1" presStyleIdx="6" presStyleCnt="10">
        <dgm:presLayoutVars>
          <dgm:bulletEnabled/>
        </dgm:presLayoutVars>
      </dgm:prSet>
      <dgm:spPr/>
    </dgm:pt>
    <dgm:pt modelId="{57E6254B-F276-0149-A8A1-D0A0A2317F54}" type="pres">
      <dgm:prSet presAssocID="{CC40BA03-EB09-4F7D-A145-F022AE2EADD6}" presName="sp" presStyleCnt="0"/>
      <dgm:spPr/>
    </dgm:pt>
    <dgm:pt modelId="{CA848B97-CC21-F444-808B-29465F3F87B0}" type="pres">
      <dgm:prSet presAssocID="{15DBEBE1-39C7-45F6-90DA-A0EDF6448A6D}" presName="linNode" presStyleCnt="0"/>
      <dgm:spPr/>
    </dgm:pt>
    <dgm:pt modelId="{3771FF58-F6D2-524E-8501-0702C315B4C2}" type="pres">
      <dgm:prSet presAssocID="{15DBEBE1-39C7-45F6-90DA-A0EDF6448A6D}" presName="parentText" presStyleLbl="solidFgAcc1" presStyleIdx="7" presStyleCnt="10">
        <dgm:presLayoutVars>
          <dgm:chMax val="1"/>
          <dgm:bulletEnabled/>
        </dgm:presLayoutVars>
      </dgm:prSet>
      <dgm:spPr/>
    </dgm:pt>
    <dgm:pt modelId="{85EE019C-8171-E54D-BE80-77EE797DF8C9}" type="pres">
      <dgm:prSet presAssocID="{15DBEBE1-39C7-45F6-90DA-A0EDF6448A6D}" presName="descendantText" presStyleLbl="alignNode1" presStyleIdx="7" presStyleCnt="10">
        <dgm:presLayoutVars>
          <dgm:bulletEnabled/>
        </dgm:presLayoutVars>
      </dgm:prSet>
      <dgm:spPr/>
    </dgm:pt>
    <dgm:pt modelId="{28F8E2D0-334C-A34C-A198-24EDF98030D5}" type="pres">
      <dgm:prSet presAssocID="{50924B60-D880-4800-A5E4-DCF1B638BEFD}" presName="sp" presStyleCnt="0"/>
      <dgm:spPr/>
    </dgm:pt>
    <dgm:pt modelId="{DC3E6508-0D7A-D343-B724-B2057BB47880}" type="pres">
      <dgm:prSet presAssocID="{CB43878B-17C5-428E-83C8-974C28DD8681}" presName="linNode" presStyleCnt="0"/>
      <dgm:spPr/>
    </dgm:pt>
    <dgm:pt modelId="{8FED4774-285B-2E43-A7AD-3B66BFBC46E3}" type="pres">
      <dgm:prSet presAssocID="{CB43878B-17C5-428E-83C8-974C28DD8681}" presName="parentText" presStyleLbl="solidFgAcc1" presStyleIdx="8" presStyleCnt="10">
        <dgm:presLayoutVars>
          <dgm:chMax val="1"/>
          <dgm:bulletEnabled/>
        </dgm:presLayoutVars>
      </dgm:prSet>
      <dgm:spPr/>
    </dgm:pt>
    <dgm:pt modelId="{5D00625B-2828-3C45-8259-3D2BAB0FB023}" type="pres">
      <dgm:prSet presAssocID="{CB43878B-17C5-428E-83C8-974C28DD8681}" presName="descendantText" presStyleLbl="alignNode1" presStyleIdx="8" presStyleCnt="10">
        <dgm:presLayoutVars>
          <dgm:bulletEnabled/>
        </dgm:presLayoutVars>
      </dgm:prSet>
      <dgm:spPr/>
    </dgm:pt>
    <dgm:pt modelId="{E4B86A89-9A6A-FE42-95ED-F7B84B5B8333}" type="pres">
      <dgm:prSet presAssocID="{BD05F905-14EB-4AE3-B4BD-455D8C96BBBD}" presName="sp" presStyleCnt="0"/>
      <dgm:spPr/>
    </dgm:pt>
    <dgm:pt modelId="{1C247E17-63FD-2441-B91F-C0250186C90C}" type="pres">
      <dgm:prSet presAssocID="{113E5D9E-C2FE-4DDE-A717-982D0D6DCCD0}" presName="linNode" presStyleCnt="0"/>
      <dgm:spPr/>
    </dgm:pt>
    <dgm:pt modelId="{BD9735E6-2DD6-1F41-959C-0A69A745012E}" type="pres">
      <dgm:prSet presAssocID="{113E5D9E-C2FE-4DDE-A717-982D0D6DCCD0}" presName="parentText" presStyleLbl="solidFgAcc1" presStyleIdx="9" presStyleCnt="10">
        <dgm:presLayoutVars>
          <dgm:chMax val="1"/>
          <dgm:bulletEnabled/>
        </dgm:presLayoutVars>
      </dgm:prSet>
      <dgm:spPr/>
    </dgm:pt>
    <dgm:pt modelId="{AED0979D-9B56-EE4E-9BE9-36F3D25E6E62}" type="pres">
      <dgm:prSet presAssocID="{113E5D9E-C2FE-4DDE-A717-982D0D6DCCD0}" presName="descendantText" presStyleLbl="alignNode1" presStyleIdx="9" presStyleCnt="10">
        <dgm:presLayoutVars>
          <dgm:bulletEnabled/>
        </dgm:presLayoutVars>
      </dgm:prSet>
      <dgm:spPr/>
    </dgm:pt>
  </dgm:ptLst>
  <dgm:cxnLst>
    <dgm:cxn modelId="{74FA4E08-0D45-D243-9A62-782D4EF15FEB}" type="presOf" srcId="{9E8FF4DF-1B69-4F4F-A2D9-21B29F0CD1EB}" destId="{8082B0E4-064F-BF41-9E5E-37BD103560A9}" srcOrd="0" destOrd="1" presId="urn:microsoft.com/office/officeart/2016/7/layout/VerticalHollowActionList"/>
    <dgm:cxn modelId="{D93E060A-549E-44D3-B68D-82FAE3F4427D}" srcId="{4CA4EFE4-AD2C-4A11-95C0-E7862FF6E1C3}" destId="{6D1E7166-55B6-4A51-BBBE-EE6A3E0CC62F}" srcOrd="1" destOrd="0" parTransId="{E6B66638-D0E0-4367-904B-2ECC6D5EEB8C}" sibTransId="{DC68814C-5974-4E11-B433-6C1668DDD566}"/>
    <dgm:cxn modelId="{1478330B-B601-4B29-AFC9-FB10AD962579}" srcId="{03B793DB-824E-4A80-9CF8-7C4156E52E94}" destId="{9E8FF4DF-1B69-4F4F-A2D9-21B29F0CD1EB}" srcOrd="1" destOrd="0" parTransId="{F3425FEB-8E47-44AF-8082-E80F023E4937}" sibTransId="{C65AAE8E-7E3C-4F79-95C0-AF7569D7FFF4}"/>
    <dgm:cxn modelId="{5E3E241A-F54C-C644-927C-94EC9D4285CE}" type="presOf" srcId="{38544717-68E5-4A29-8F8F-DB586EE2F01C}" destId="{8082B0E4-064F-BF41-9E5E-37BD103560A9}" srcOrd="0" destOrd="0" presId="urn:microsoft.com/office/officeart/2016/7/layout/VerticalHollowActionList"/>
    <dgm:cxn modelId="{C6A53E1D-B194-1445-83BB-CC8E4429097A}" type="presOf" srcId="{4F543182-7459-4A08-AABE-1AB8BEB77B2B}" destId="{2C94367C-066E-B74F-99DD-E1681BD402E0}" srcOrd="0" destOrd="0" presId="urn:microsoft.com/office/officeart/2016/7/layout/VerticalHollowActionList"/>
    <dgm:cxn modelId="{A6B76F22-C8EE-1F43-8E57-9FDB9A66F4F9}" type="presOf" srcId="{6D1E7166-55B6-4A51-BBBE-EE6A3E0CC62F}" destId="{996F82FF-0057-304A-A8D0-465A19F863E4}" srcOrd="0" destOrd="0" presId="urn:microsoft.com/office/officeart/2016/7/layout/VerticalHollowActionList"/>
    <dgm:cxn modelId="{EB887122-70FF-E34C-BF67-224E7094D1AD}" type="presOf" srcId="{68315C94-261F-44E3-9A1F-5291ABEA5A38}" destId="{2C94367C-066E-B74F-99DD-E1681BD402E0}" srcOrd="0" destOrd="1" presId="urn:microsoft.com/office/officeart/2016/7/layout/VerticalHollowActionList"/>
    <dgm:cxn modelId="{FF37C327-5AFE-914C-B6D1-234451CAECD7}" type="presOf" srcId="{BE23989E-24C3-43A7-B682-130DFA4D6B4A}" destId="{9DC3349B-2550-0541-967A-AEFDABFEE1AF}" srcOrd="0" destOrd="1" presId="urn:microsoft.com/office/officeart/2016/7/layout/VerticalHollowActionList"/>
    <dgm:cxn modelId="{CE9ED92A-1A87-43B9-A4B3-0F2A25D1A0D2}" srcId="{15DBEBE1-39C7-45F6-90DA-A0EDF6448A6D}" destId="{62B9DFA7-C7A3-4D65-A730-41C91CC60D4B}" srcOrd="0" destOrd="0" parTransId="{03216820-F3B8-4A47-8958-09C487287A12}" sibTransId="{5F9ECAD7-5AAF-4FA9-A7CF-9C2E17E46F54}"/>
    <dgm:cxn modelId="{6BF70231-CEBD-4FFD-B9AE-A6D424EF07A4}" srcId="{CCE7F211-1146-4006-B022-5901635D6322}" destId="{CE25697F-8366-464B-8D65-C8523D0DAACB}" srcOrd="1" destOrd="0" parTransId="{D5E2D0D9-2C2D-4782-B88D-7BDBF881B998}" sibTransId="{EB15C268-A865-41E2-8B8C-998C250184E6}"/>
    <dgm:cxn modelId="{DB9F7132-AAB6-4927-8084-3D049FFFBD92}" srcId="{6D1E7166-55B6-4A51-BBBE-EE6A3E0CC62F}" destId="{4F543182-7459-4A08-AABE-1AB8BEB77B2B}" srcOrd="0" destOrd="0" parTransId="{578C2E60-49BD-40CC-A05F-A4926B0A4983}" sibTransId="{99606352-16CE-480C-8825-3AEAE04E271B}"/>
    <dgm:cxn modelId="{508C8B32-ACF8-3448-827A-1AAB64676AE6}" type="presOf" srcId="{CCE7F211-1146-4006-B022-5901635D6322}" destId="{E69D9FF8-3BD1-0146-96C8-45ABAC149294}" srcOrd="0" destOrd="0" presId="urn:microsoft.com/office/officeart/2016/7/layout/VerticalHollowActionList"/>
    <dgm:cxn modelId="{AB8AB832-CDEA-C342-BB82-E6B8216E71E8}" type="presOf" srcId="{4CA4EFE4-AD2C-4A11-95C0-E7862FF6E1C3}" destId="{191C1066-02F0-4845-96EC-843B91AFB9A1}" srcOrd="0" destOrd="0" presId="urn:microsoft.com/office/officeart/2016/7/layout/VerticalHollowActionList"/>
    <dgm:cxn modelId="{60B4E732-D6E4-704A-B5C2-749FE2334E7C}" type="presOf" srcId="{BB2C16E8-A032-43EE-B8D3-75469F2C67FD}" destId="{E67A63FD-9785-F64C-BF31-C740B9D182FB}" srcOrd="0" destOrd="0" presId="urn:microsoft.com/office/officeart/2016/7/layout/VerticalHollowActionList"/>
    <dgm:cxn modelId="{E0CA1334-2A48-1140-9475-2B2C9D2A7B54}" type="presOf" srcId="{CB43878B-17C5-428E-83C8-974C28DD8681}" destId="{8FED4774-285B-2E43-A7AD-3B66BFBC46E3}" srcOrd="0" destOrd="0" presId="urn:microsoft.com/office/officeart/2016/7/layout/VerticalHollowActionList"/>
    <dgm:cxn modelId="{8553FE3B-62C3-4945-B541-14153C54DA2B}" type="presOf" srcId="{D3A22BBD-D0DC-4FD3-9A02-FA164095E25C}" destId="{FCECF1F4-C180-6540-A858-23ED708D984D}" srcOrd="0" destOrd="2" presId="urn:microsoft.com/office/officeart/2016/7/layout/VerticalHollowActionList"/>
    <dgm:cxn modelId="{53945B45-9F83-4ABD-8BEC-FB9D1F31A142}" srcId="{4CA4EFE4-AD2C-4A11-95C0-E7862FF6E1C3}" destId="{CB43878B-17C5-428E-83C8-974C28DD8681}" srcOrd="8" destOrd="0" parTransId="{1C7403BF-8C9D-48C2-86D0-E80C33C94D7B}" sibTransId="{BD05F905-14EB-4AE3-B4BD-455D8C96BBBD}"/>
    <dgm:cxn modelId="{C6DD1354-0C9C-0048-B8D7-15CA7EE595BD}" type="presOf" srcId="{511800EE-11F0-4207-BA45-9B73C7F4B3FD}" destId="{467754C8-0477-EC44-8876-85C933BBFA9F}" srcOrd="0" destOrd="0" presId="urn:microsoft.com/office/officeart/2016/7/layout/VerticalHollowActionList"/>
    <dgm:cxn modelId="{6AFA6255-50E1-415C-B0D3-D8D98D190AA6}" srcId="{2EDB3155-2E8F-42E9-9874-747304497E87}" destId="{72C7FD28-7099-4E11-869A-8216387C0645}" srcOrd="4" destOrd="0" parTransId="{B64FF5DC-0AEE-450F-9926-EAB2B42758F1}" sibTransId="{3F0D64B0-D704-4116-948B-B0BE0A3665A3}"/>
    <dgm:cxn modelId="{32EE6955-A3C1-4341-BD81-A504B60DB883}" srcId="{14156D34-A754-4D78-AE02-28AFECCBA64A}" destId="{EFE8849E-8666-4104-886B-3EA5FF712B33}" srcOrd="1" destOrd="0" parTransId="{9575EA9B-C86F-43FE-BBFF-B136DFC95CEF}" sibTransId="{3D7933F4-8113-4DE0-A3AC-E4D4D2C15B42}"/>
    <dgm:cxn modelId="{B9D7AC55-643B-0B43-9A1B-A8A35100A5AF}" type="presOf" srcId="{9AEA6EF7-6BEC-473B-9B6F-357E0AF51F27}" destId="{5D00625B-2828-3C45-8259-3D2BAB0FB023}" srcOrd="0" destOrd="1" presId="urn:microsoft.com/office/officeart/2016/7/layout/VerticalHollowActionList"/>
    <dgm:cxn modelId="{A64F7259-80F2-4463-9AEB-71AAF2FEA7D0}" srcId="{03B793DB-824E-4A80-9CF8-7C4156E52E94}" destId="{38544717-68E5-4A29-8F8F-DB586EE2F01C}" srcOrd="0" destOrd="0" parTransId="{81CBC3A7-C5DD-4376-84D6-A7676CBA42B2}" sibTransId="{39746457-18AE-438D-9F00-E76E5612F5E7}"/>
    <dgm:cxn modelId="{949D975B-A4B2-3749-8C2F-2F02E7F76454}" type="presOf" srcId="{EFE8849E-8666-4104-886B-3EA5FF712B33}" destId="{467754C8-0477-EC44-8876-85C933BBFA9F}" srcOrd="0" destOrd="1" presId="urn:microsoft.com/office/officeart/2016/7/layout/VerticalHollowActionList"/>
    <dgm:cxn modelId="{3997205D-6054-F440-B4F8-43B9EFD69320}" type="presOf" srcId="{BB995EA9-13FC-4BE2-8AC5-A6C8170DA30A}" destId="{4719E80B-7E0F-1D47-9B93-82CE2A67BAC9}" srcOrd="0" destOrd="0" presId="urn:microsoft.com/office/officeart/2016/7/layout/VerticalHollowActionList"/>
    <dgm:cxn modelId="{4253C460-9959-694D-A484-878E88FE2961}" type="presOf" srcId="{72C7FD28-7099-4E11-869A-8216387C0645}" destId="{FCECF1F4-C180-6540-A858-23ED708D984D}" srcOrd="0" destOrd="4" presId="urn:microsoft.com/office/officeart/2016/7/layout/VerticalHollowActionList"/>
    <dgm:cxn modelId="{D9BFD867-14D0-4460-886F-47A58488BCEE}" srcId="{14156D34-A754-4D78-AE02-28AFECCBA64A}" destId="{511800EE-11F0-4207-BA45-9B73C7F4B3FD}" srcOrd="0" destOrd="0" parTransId="{CBD816B1-24E0-4919-82DF-FE5061CF2AEA}" sibTransId="{CA4EFE0D-C4A8-433A-8DC1-BE1A682CEAE0}"/>
    <dgm:cxn modelId="{60D9A168-2156-B549-B0DB-CBCD5B2D787D}" type="presOf" srcId="{6F6E5037-DC72-4787-93B8-1EF41C4FF102}" destId="{FCECF1F4-C180-6540-A858-23ED708D984D}" srcOrd="0" destOrd="1" presId="urn:microsoft.com/office/officeart/2016/7/layout/VerticalHollowActionList"/>
    <dgm:cxn modelId="{44AED96E-EA38-4201-90CF-6C791DA20B7E}" srcId="{4CA4EFE4-AD2C-4A11-95C0-E7862FF6E1C3}" destId="{14156D34-A754-4D78-AE02-28AFECCBA64A}" srcOrd="6" destOrd="0" parTransId="{3DBEB86F-B448-4033-83FC-961E5E1433BD}" sibTransId="{CC40BA03-EB09-4F7D-A145-F022AE2EADD6}"/>
    <dgm:cxn modelId="{5765326F-3258-4636-9EE7-BF7BF1C334BC}" srcId="{113E5D9E-C2FE-4DDE-A717-982D0D6DCCD0}" destId="{9DE7C9A8-445F-4744-AA01-A7FFD62CF610}" srcOrd="1" destOrd="0" parTransId="{93414F3A-ED83-4E1F-8906-63C5673B8800}" sibTransId="{9D8166DD-3963-4EAE-AB05-F8C96521AA82}"/>
    <dgm:cxn modelId="{DD6A8F72-D605-C143-B65D-6F152182ADE5}" type="presOf" srcId="{2EDB3155-2E8F-42E9-9874-747304497E87}" destId="{46650D04-FF41-344F-A9FF-3AF3388BB164}" srcOrd="0" destOrd="0" presId="urn:microsoft.com/office/officeart/2016/7/layout/VerticalHollowActionList"/>
    <dgm:cxn modelId="{41D2CF74-196F-5449-912B-ABDD9E65C8DB}" type="presOf" srcId="{15DBEBE1-39C7-45F6-90DA-A0EDF6448A6D}" destId="{3771FF58-F6D2-524E-8501-0702C315B4C2}" srcOrd="0" destOrd="0" presId="urn:microsoft.com/office/officeart/2016/7/layout/VerticalHollowActionList"/>
    <dgm:cxn modelId="{585DEE77-7C6D-C84D-A4F0-38F0128921D5}" type="presOf" srcId="{49397FF0-44D9-4872-8EF9-07CA1F3219E4}" destId="{604A85A2-D97F-BC46-8017-F2A2C7C7FE23}" srcOrd="0" destOrd="0" presId="urn:microsoft.com/office/officeart/2016/7/layout/VerticalHollowActionList"/>
    <dgm:cxn modelId="{68CEE478-06F8-834B-9941-E135C226C82B}" type="presOf" srcId="{617B1F66-2362-40BF-84CD-F161D369AF12}" destId="{AED0979D-9B56-EE4E-9BE9-36F3D25E6E62}" srcOrd="0" destOrd="0" presId="urn:microsoft.com/office/officeart/2016/7/layout/VerticalHollowActionList"/>
    <dgm:cxn modelId="{5DA1067C-CE5E-4E63-BF64-0319600C19D4}" srcId="{113E5D9E-C2FE-4DDE-A717-982D0D6DCCD0}" destId="{617B1F66-2362-40BF-84CD-F161D369AF12}" srcOrd="0" destOrd="0" parTransId="{BC63F27E-5432-4A06-9292-59763B939694}" sibTransId="{EEC65334-E188-4938-9656-922E58D734CF}"/>
    <dgm:cxn modelId="{FC67017F-C8F5-7F4B-90C4-CF51C741ED3B}" type="presOf" srcId="{62B9DFA7-C7A3-4D65-A730-41C91CC60D4B}" destId="{85EE019C-8171-E54D-BE80-77EE797DF8C9}" srcOrd="0" destOrd="0" presId="urn:microsoft.com/office/officeart/2016/7/layout/VerticalHollowActionList"/>
    <dgm:cxn modelId="{D11F277F-6E6F-4881-88F0-770500A55BC0}" srcId="{2EDB3155-2E8F-42E9-9874-747304497E87}" destId="{D3A22BBD-D0DC-4FD3-9A02-FA164095E25C}" srcOrd="2" destOrd="0" parTransId="{2FE00239-E74A-428C-87C6-B6F3FA75795C}" sibTransId="{4A88C6B7-64C6-4B36-A749-2CBD06D90017}"/>
    <dgm:cxn modelId="{6CAF2788-CA8E-9140-BCD2-6FC3D20B3ADD}" type="presOf" srcId="{FF4A5BDA-1842-4163-BE03-11E4521EB7B0}" destId="{9DC3349B-2550-0541-967A-AEFDABFEE1AF}" srcOrd="0" destOrd="0" presId="urn:microsoft.com/office/officeart/2016/7/layout/VerticalHollowActionList"/>
    <dgm:cxn modelId="{C19B0389-7C6C-4B75-96EC-F5DFCC5D48FD}" srcId="{4CA4EFE4-AD2C-4A11-95C0-E7862FF6E1C3}" destId="{BB2C16E8-A032-43EE-B8D3-75469F2C67FD}" srcOrd="3" destOrd="0" parTransId="{8F33B8EF-93DA-4C13-9471-02D360DB1E48}" sibTransId="{2AF15AFF-0A21-440C-B0BA-A3A642BFD644}"/>
    <dgm:cxn modelId="{72900594-E00C-4700-95C4-F77EF520EAB9}" srcId="{4CA4EFE4-AD2C-4A11-95C0-E7862FF6E1C3}" destId="{113E5D9E-C2FE-4DDE-A717-982D0D6DCCD0}" srcOrd="9" destOrd="0" parTransId="{69B26841-269A-4469-8D02-5E798BDA24B6}" sibTransId="{F790A074-EB19-4748-93BA-983C677D57B9}"/>
    <dgm:cxn modelId="{429E2A94-2EFE-454C-AA6F-BD28E643688B}" type="presOf" srcId="{9DE7C9A8-445F-4744-AA01-A7FFD62CF610}" destId="{AED0979D-9B56-EE4E-9BE9-36F3D25E6E62}" srcOrd="0" destOrd="1" presId="urn:microsoft.com/office/officeart/2016/7/layout/VerticalHollowActionList"/>
    <dgm:cxn modelId="{C342C995-3D39-4471-B958-7C874E61731E}" srcId="{CB43878B-17C5-428E-83C8-974C28DD8681}" destId="{F21DC5FF-5FA2-4EB2-B91C-7557E5A5DE5E}" srcOrd="0" destOrd="0" parTransId="{F11E0769-18BE-4683-88CE-04753E828590}" sibTransId="{F96F3532-3895-4A93-8EA3-19544A4765A9}"/>
    <dgm:cxn modelId="{1E6BBF97-E7D5-4732-A3F8-0F3399CD6F28}" srcId="{4CA4EFE4-AD2C-4A11-95C0-E7862FF6E1C3}" destId="{BB995EA9-13FC-4BE2-8AC5-A6C8170DA30A}" srcOrd="4" destOrd="0" parTransId="{50A15CF9-4F36-456B-8B13-EAB0B5B08076}" sibTransId="{11F304DB-0B71-473B-AE82-8AE39E0BEC4E}"/>
    <dgm:cxn modelId="{140763A1-46CE-1542-91F9-174EE6CBE0E7}" type="presOf" srcId="{AEBDEC48-A29B-4ECD-B357-4033AAC72D82}" destId="{1A8899AC-4CAE-AB4C-82CA-323ABDAB4D41}" srcOrd="0" destOrd="0" presId="urn:microsoft.com/office/officeart/2016/7/layout/VerticalHollowActionList"/>
    <dgm:cxn modelId="{5F8BF0A4-780C-40EC-AE3D-AEEE8397692D}" srcId="{15DBEBE1-39C7-45F6-90DA-A0EDF6448A6D}" destId="{AEBAD976-96B4-491A-A1B1-27795D25862C}" srcOrd="1" destOrd="0" parTransId="{245734B4-A85F-481F-A814-ED8B02A07A56}" sibTransId="{14BB89B7-EFD8-4671-B567-DCDB228668CC}"/>
    <dgm:cxn modelId="{144DA0B5-BD8A-4DA7-8F69-02A9A3C84B5D}" srcId="{2EDB3155-2E8F-42E9-9874-747304497E87}" destId="{42B07063-3DF8-419C-9AA0-27ADEA482152}" srcOrd="0" destOrd="0" parTransId="{8B0FE39B-D7AA-43B2-92F4-29A365330D71}" sibTransId="{093E1A68-F16A-4CEE-A65C-979D1F1E2B2B}"/>
    <dgm:cxn modelId="{9F6BB8B7-DD78-4F18-8DD3-DF8624005C2A}" srcId="{6D1E7166-55B6-4A51-BBBE-EE6A3E0CC62F}" destId="{68315C94-261F-44E3-9A1F-5291ABEA5A38}" srcOrd="1" destOrd="0" parTransId="{B2722431-A5E5-43EC-8CE2-005A1543B353}" sibTransId="{A4CDC92D-6B41-4472-A8A2-C6814A0D5B2B}"/>
    <dgm:cxn modelId="{777970BB-A3DB-416C-A3FC-01798350E643}" srcId="{4CA4EFE4-AD2C-4A11-95C0-E7862FF6E1C3}" destId="{03B793DB-824E-4A80-9CF8-7C4156E52E94}" srcOrd="5" destOrd="0" parTransId="{683E7F92-C193-42A2-BA0F-80B0792668F4}" sibTransId="{C2D6FD9A-49F3-471B-AAD6-96DB4A8488AF}"/>
    <dgm:cxn modelId="{3C9F08BC-E8A1-4021-A5E7-1EC9159314E6}" srcId="{BB995EA9-13FC-4BE2-8AC5-A6C8170DA30A}" destId="{FF4A5BDA-1842-4163-BE03-11E4521EB7B0}" srcOrd="0" destOrd="0" parTransId="{52F5B45E-0F22-4EAB-B935-107912E43800}" sibTransId="{76BED35E-8D5A-4CDF-BA39-BB5E54588184}"/>
    <dgm:cxn modelId="{CB632FBC-D806-8045-99EC-E4BCC7CCF0B2}" type="presOf" srcId="{AEBAD976-96B4-491A-A1B1-27795D25862C}" destId="{85EE019C-8171-E54D-BE80-77EE797DF8C9}" srcOrd="0" destOrd="1" presId="urn:microsoft.com/office/officeart/2016/7/layout/VerticalHollowActionList"/>
    <dgm:cxn modelId="{6B01BAC6-C71B-DE44-A5B1-C19399F4D8EE}" type="presOf" srcId="{113E5D9E-C2FE-4DDE-A717-982D0D6DCCD0}" destId="{BD9735E6-2DD6-1F41-959C-0A69A745012E}" srcOrd="0" destOrd="0" presId="urn:microsoft.com/office/officeart/2016/7/layout/VerticalHollowActionList"/>
    <dgm:cxn modelId="{ED1E2AC9-AF94-4CD6-89C0-8DA8FE229611}" srcId="{4CA4EFE4-AD2C-4A11-95C0-E7862FF6E1C3}" destId="{CCE7F211-1146-4006-B022-5901635D6322}" srcOrd="2" destOrd="0" parTransId="{5896F515-01FC-4508-A169-641DD990B3C6}" sibTransId="{099D5FCD-3AAD-432F-9A97-041795BD645D}"/>
    <dgm:cxn modelId="{FFBBB5D1-A192-9E47-AE8B-F24CA5E26379}" type="presOf" srcId="{F21DC5FF-5FA2-4EB2-B91C-7557E5A5DE5E}" destId="{5D00625B-2828-3C45-8259-3D2BAB0FB023}" srcOrd="0" destOrd="0" presId="urn:microsoft.com/office/officeart/2016/7/layout/VerticalHollowActionList"/>
    <dgm:cxn modelId="{7A67F4D1-E349-4047-923F-D542BE624100}" type="presOf" srcId="{42B07063-3DF8-419C-9AA0-27ADEA482152}" destId="{FCECF1F4-C180-6540-A858-23ED708D984D}" srcOrd="0" destOrd="0" presId="urn:microsoft.com/office/officeart/2016/7/layout/VerticalHollowActionList"/>
    <dgm:cxn modelId="{DAAE03D2-3EE7-44BF-8C7A-84170F80BA0D}" srcId="{2EDB3155-2E8F-42E9-9874-747304497E87}" destId="{6D1394C1-C1D5-4A25-9452-4E7A31DC5A07}" srcOrd="3" destOrd="0" parTransId="{377B8BE1-083F-4E64-A934-CC90ADCC7E41}" sibTransId="{8340AC49-170D-4119-9D94-8DE026F6604A}"/>
    <dgm:cxn modelId="{2ED7B0D9-40A4-47CB-A047-C49A8CF9F758}" srcId="{4CA4EFE4-AD2C-4A11-95C0-E7862FF6E1C3}" destId="{2EDB3155-2E8F-42E9-9874-747304497E87}" srcOrd="0" destOrd="0" parTransId="{9BA058BF-BC13-4E9E-B2D5-B197AD15C936}" sibTransId="{A8D92E46-DF58-4482-8045-876879A8ACDC}"/>
    <dgm:cxn modelId="{0A3D2EDA-8584-8347-8804-A5D0C5B8AE31}" type="presOf" srcId="{CE25697F-8366-464B-8D65-C8523D0DAACB}" destId="{604A85A2-D97F-BC46-8017-F2A2C7C7FE23}" srcOrd="0" destOrd="1" presId="urn:microsoft.com/office/officeart/2016/7/layout/VerticalHollowActionList"/>
    <dgm:cxn modelId="{AF162BEE-CF46-4B0E-8380-B783EC2AB607}" srcId="{CCE7F211-1146-4006-B022-5901635D6322}" destId="{49397FF0-44D9-4872-8EF9-07CA1F3219E4}" srcOrd="0" destOrd="0" parTransId="{AC2C9ECF-7F32-4ED5-A32C-9D27E7B237B2}" sibTransId="{FB2EC8BA-83F0-4920-90F1-9A3C7A1CD263}"/>
    <dgm:cxn modelId="{312CA4EE-58D6-45BF-9868-DF733F917B7D}" srcId="{CB43878B-17C5-428E-83C8-974C28DD8681}" destId="{9AEA6EF7-6BEC-473B-9B6F-357E0AF51F27}" srcOrd="1" destOrd="0" parTransId="{87009205-BF02-4C0A-9695-E37FEE83E471}" sibTransId="{84E26665-48A7-489B-9BF6-E8DEFC4B15D1}"/>
    <dgm:cxn modelId="{0DB97EF0-7495-4801-99E1-BBB1E6B05815}" srcId="{BB2C16E8-A032-43EE-B8D3-75469F2C67FD}" destId="{AEBDEC48-A29B-4ECD-B357-4033AAC72D82}" srcOrd="0" destOrd="0" parTransId="{2F0759D8-FB71-42F2-8B9C-2997CC8042EA}" sibTransId="{49E1FD94-6231-4302-BA9A-913CCA959916}"/>
    <dgm:cxn modelId="{B5E02FF2-B768-4112-807C-7206889A704A}" srcId="{BB2C16E8-A032-43EE-B8D3-75469F2C67FD}" destId="{004ABBAF-DE6F-423E-8D1C-41264A96B9EB}" srcOrd="1" destOrd="0" parTransId="{1EFC4290-8390-4AAA-845F-9E6A00A55776}" sibTransId="{AD558FDD-33EC-4CC0-8AEA-5EF397B14C3E}"/>
    <dgm:cxn modelId="{4264F9F4-CEE5-4754-8B10-2980DD87822E}" srcId="{2EDB3155-2E8F-42E9-9874-747304497E87}" destId="{6F6E5037-DC72-4787-93B8-1EF41C4FF102}" srcOrd="1" destOrd="0" parTransId="{12AE16C0-41AD-4928-915F-9643EAFF2944}" sibTransId="{81FDD350-0EF1-4341-BE95-A003F46B1E98}"/>
    <dgm:cxn modelId="{314D15F5-3A77-6849-A82C-7701439D1748}" type="presOf" srcId="{03B793DB-824E-4A80-9CF8-7C4156E52E94}" destId="{43A1B22B-2E21-314B-A1A0-02414381B292}" srcOrd="0" destOrd="0" presId="urn:microsoft.com/office/officeart/2016/7/layout/VerticalHollowActionList"/>
    <dgm:cxn modelId="{3F039DFB-AA12-714D-9CA0-5CCF066FBA99}" type="presOf" srcId="{14156D34-A754-4D78-AE02-28AFECCBA64A}" destId="{71099B30-55F5-8241-8D71-3E8D5B8970D2}" srcOrd="0" destOrd="0" presId="urn:microsoft.com/office/officeart/2016/7/layout/VerticalHollowActionList"/>
    <dgm:cxn modelId="{1D2ADCFC-06F8-4E0F-81F2-6EF4A3677C4F}" srcId="{4CA4EFE4-AD2C-4A11-95C0-E7862FF6E1C3}" destId="{15DBEBE1-39C7-45F6-90DA-A0EDF6448A6D}" srcOrd="7" destOrd="0" parTransId="{AF5DA608-5724-408F-A5D0-ADE22DE48372}" sibTransId="{50924B60-D880-4800-A5E4-DCF1B638BEFD}"/>
    <dgm:cxn modelId="{43A5D3FE-9C1E-EB48-BEDF-CEF727D3DC2D}" type="presOf" srcId="{004ABBAF-DE6F-423E-8D1C-41264A96B9EB}" destId="{1A8899AC-4CAE-AB4C-82CA-323ABDAB4D41}" srcOrd="0" destOrd="1" presId="urn:microsoft.com/office/officeart/2016/7/layout/VerticalHollowActionList"/>
    <dgm:cxn modelId="{79E720FF-AD69-F043-A26D-6D9797BE1244}" type="presOf" srcId="{6D1394C1-C1D5-4A25-9452-4E7A31DC5A07}" destId="{FCECF1F4-C180-6540-A858-23ED708D984D}" srcOrd="0" destOrd="3" presId="urn:microsoft.com/office/officeart/2016/7/layout/VerticalHollowActionList"/>
    <dgm:cxn modelId="{4B6A70FF-89ED-4D94-8DD0-48EC6B7AE8B9}" srcId="{BB995EA9-13FC-4BE2-8AC5-A6C8170DA30A}" destId="{BE23989E-24C3-43A7-B682-130DFA4D6B4A}" srcOrd="1" destOrd="0" parTransId="{1D47ED78-A139-4C09-BFD3-8989B17E6ED0}" sibTransId="{AF7222E7-9FFC-4546-AA7C-BA4C8ECB0F0B}"/>
    <dgm:cxn modelId="{2EDC84A1-3824-9049-A55C-955CEF433112}" type="presParOf" srcId="{191C1066-02F0-4845-96EC-843B91AFB9A1}" destId="{EB400F0B-8808-D746-AF9B-5F4EF029ABDE}" srcOrd="0" destOrd="0" presId="urn:microsoft.com/office/officeart/2016/7/layout/VerticalHollowActionList"/>
    <dgm:cxn modelId="{DE239E6A-E20F-E54E-8FC6-0CA97E0971E1}" type="presParOf" srcId="{EB400F0B-8808-D746-AF9B-5F4EF029ABDE}" destId="{46650D04-FF41-344F-A9FF-3AF3388BB164}" srcOrd="0" destOrd="0" presId="urn:microsoft.com/office/officeart/2016/7/layout/VerticalHollowActionList"/>
    <dgm:cxn modelId="{B3A7BB5D-1B40-C94C-B9B1-77DA05B550A6}" type="presParOf" srcId="{EB400F0B-8808-D746-AF9B-5F4EF029ABDE}" destId="{FCECF1F4-C180-6540-A858-23ED708D984D}" srcOrd="1" destOrd="0" presId="urn:microsoft.com/office/officeart/2016/7/layout/VerticalHollowActionList"/>
    <dgm:cxn modelId="{B8C56944-FD6D-6C4D-AD64-EB6D71E38C9C}" type="presParOf" srcId="{191C1066-02F0-4845-96EC-843B91AFB9A1}" destId="{B0F6F1CB-9EF9-EF4F-B8A7-5DACB9227B9E}" srcOrd="1" destOrd="0" presId="urn:microsoft.com/office/officeart/2016/7/layout/VerticalHollowActionList"/>
    <dgm:cxn modelId="{CE346943-7596-C447-B5B6-A63349AF7AB9}" type="presParOf" srcId="{191C1066-02F0-4845-96EC-843B91AFB9A1}" destId="{C2713627-115F-3746-B420-73630F325D41}" srcOrd="2" destOrd="0" presId="urn:microsoft.com/office/officeart/2016/7/layout/VerticalHollowActionList"/>
    <dgm:cxn modelId="{A809A169-E039-A34F-9D4C-62FE5721C6EF}" type="presParOf" srcId="{C2713627-115F-3746-B420-73630F325D41}" destId="{996F82FF-0057-304A-A8D0-465A19F863E4}" srcOrd="0" destOrd="0" presId="urn:microsoft.com/office/officeart/2016/7/layout/VerticalHollowActionList"/>
    <dgm:cxn modelId="{61C554DD-93D2-A543-9B9A-7AB5496836EE}" type="presParOf" srcId="{C2713627-115F-3746-B420-73630F325D41}" destId="{2C94367C-066E-B74F-99DD-E1681BD402E0}" srcOrd="1" destOrd="0" presId="urn:microsoft.com/office/officeart/2016/7/layout/VerticalHollowActionList"/>
    <dgm:cxn modelId="{4036EF6F-0FBE-0B4F-8A59-D86912D3ED81}" type="presParOf" srcId="{191C1066-02F0-4845-96EC-843B91AFB9A1}" destId="{848DA615-4C96-9642-8DE3-7F7E924285ED}" srcOrd="3" destOrd="0" presId="urn:microsoft.com/office/officeart/2016/7/layout/VerticalHollowActionList"/>
    <dgm:cxn modelId="{79D2C2BF-6BCE-FA41-B67F-874668F5F67A}" type="presParOf" srcId="{191C1066-02F0-4845-96EC-843B91AFB9A1}" destId="{545A0462-B9A7-D64E-BAA5-41781AE56445}" srcOrd="4" destOrd="0" presId="urn:microsoft.com/office/officeart/2016/7/layout/VerticalHollowActionList"/>
    <dgm:cxn modelId="{51650C2A-F223-3E46-B04A-E7A3AE3FFA23}" type="presParOf" srcId="{545A0462-B9A7-D64E-BAA5-41781AE56445}" destId="{E69D9FF8-3BD1-0146-96C8-45ABAC149294}" srcOrd="0" destOrd="0" presId="urn:microsoft.com/office/officeart/2016/7/layout/VerticalHollowActionList"/>
    <dgm:cxn modelId="{4DFD19A2-ABB4-C64F-A953-B62D9756C489}" type="presParOf" srcId="{545A0462-B9A7-D64E-BAA5-41781AE56445}" destId="{604A85A2-D97F-BC46-8017-F2A2C7C7FE23}" srcOrd="1" destOrd="0" presId="urn:microsoft.com/office/officeart/2016/7/layout/VerticalHollowActionList"/>
    <dgm:cxn modelId="{8433CE0B-B9EE-2B44-B902-1076C4D4F3B9}" type="presParOf" srcId="{191C1066-02F0-4845-96EC-843B91AFB9A1}" destId="{7975C5FA-20E1-6C43-9294-B28F79F55367}" srcOrd="5" destOrd="0" presId="urn:microsoft.com/office/officeart/2016/7/layout/VerticalHollowActionList"/>
    <dgm:cxn modelId="{D8523344-1225-2944-B06C-10F4417B5AFA}" type="presParOf" srcId="{191C1066-02F0-4845-96EC-843B91AFB9A1}" destId="{B82FBFAE-AF1C-BC41-A673-4939B2C90D06}" srcOrd="6" destOrd="0" presId="urn:microsoft.com/office/officeart/2016/7/layout/VerticalHollowActionList"/>
    <dgm:cxn modelId="{213E19F3-F92E-724D-BD8E-83D529F7EE5A}" type="presParOf" srcId="{B82FBFAE-AF1C-BC41-A673-4939B2C90D06}" destId="{E67A63FD-9785-F64C-BF31-C740B9D182FB}" srcOrd="0" destOrd="0" presId="urn:microsoft.com/office/officeart/2016/7/layout/VerticalHollowActionList"/>
    <dgm:cxn modelId="{4646E143-0C1E-AE4C-97D9-06E7E0BCFC8D}" type="presParOf" srcId="{B82FBFAE-AF1C-BC41-A673-4939B2C90D06}" destId="{1A8899AC-4CAE-AB4C-82CA-323ABDAB4D41}" srcOrd="1" destOrd="0" presId="urn:microsoft.com/office/officeart/2016/7/layout/VerticalHollowActionList"/>
    <dgm:cxn modelId="{558A98DE-4AD0-E642-9060-4DE80DB26165}" type="presParOf" srcId="{191C1066-02F0-4845-96EC-843B91AFB9A1}" destId="{8D83C261-8411-E94E-9F47-7A5850896217}" srcOrd="7" destOrd="0" presId="urn:microsoft.com/office/officeart/2016/7/layout/VerticalHollowActionList"/>
    <dgm:cxn modelId="{47E28F59-7202-CF4B-BFD3-9B7A2BE8C868}" type="presParOf" srcId="{191C1066-02F0-4845-96EC-843B91AFB9A1}" destId="{AC10EA26-A6C1-9F43-BC63-EFC1D71354DC}" srcOrd="8" destOrd="0" presId="urn:microsoft.com/office/officeart/2016/7/layout/VerticalHollowActionList"/>
    <dgm:cxn modelId="{04EBBF73-3B8D-A643-B879-BC55EC73FE90}" type="presParOf" srcId="{AC10EA26-A6C1-9F43-BC63-EFC1D71354DC}" destId="{4719E80B-7E0F-1D47-9B93-82CE2A67BAC9}" srcOrd="0" destOrd="0" presId="urn:microsoft.com/office/officeart/2016/7/layout/VerticalHollowActionList"/>
    <dgm:cxn modelId="{1233E914-4CFA-E248-BD5D-C65168A13FAF}" type="presParOf" srcId="{AC10EA26-A6C1-9F43-BC63-EFC1D71354DC}" destId="{9DC3349B-2550-0541-967A-AEFDABFEE1AF}" srcOrd="1" destOrd="0" presId="urn:microsoft.com/office/officeart/2016/7/layout/VerticalHollowActionList"/>
    <dgm:cxn modelId="{ECABA81A-03FD-5E46-9964-8E34CEA43F23}" type="presParOf" srcId="{191C1066-02F0-4845-96EC-843B91AFB9A1}" destId="{278A4C5A-6765-834B-AB64-8DDFBB0AB09C}" srcOrd="9" destOrd="0" presId="urn:microsoft.com/office/officeart/2016/7/layout/VerticalHollowActionList"/>
    <dgm:cxn modelId="{5B67AF5C-9C4B-AD43-B405-A6B8D827F542}" type="presParOf" srcId="{191C1066-02F0-4845-96EC-843B91AFB9A1}" destId="{2517ABB2-0BE9-2A42-867B-88D5886759AA}" srcOrd="10" destOrd="0" presId="urn:microsoft.com/office/officeart/2016/7/layout/VerticalHollowActionList"/>
    <dgm:cxn modelId="{023998EB-97CC-B34C-8A57-12C017A0CD59}" type="presParOf" srcId="{2517ABB2-0BE9-2A42-867B-88D5886759AA}" destId="{43A1B22B-2E21-314B-A1A0-02414381B292}" srcOrd="0" destOrd="0" presId="urn:microsoft.com/office/officeart/2016/7/layout/VerticalHollowActionList"/>
    <dgm:cxn modelId="{911B4046-4FAE-3B49-A1F9-E308332A204E}" type="presParOf" srcId="{2517ABB2-0BE9-2A42-867B-88D5886759AA}" destId="{8082B0E4-064F-BF41-9E5E-37BD103560A9}" srcOrd="1" destOrd="0" presId="urn:microsoft.com/office/officeart/2016/7/layout/VerticalHollowActionList"/>
    <dgm:cxn modelId="{0D0C6095-5F8D-8B49-AEC6-DE4CD955F704}" type="presParOf" srcId="{191C1066-02F0-4845-96EC-843B91AFB9A1}" destId="{FF9EA2E9-C5B9-8C46-BB25-8A17FF21A8A5}" srcOrd="11" destOrd="0" presId="urn:microsoft.com/office/officeart/2016/7/layout/VerticalHollowActionList"/>
    <dgm:cxn modelId="{1399E11E-002F-C340-820F-C7E93E16FD39}" type="presParOf" srcId="{191C1066-02F0-4845-96EC-843B91AFB9A1}" destId="{B693143B-D873-DC4F-BCBD-4354F5B6C5C8}" srcOrd="12" destOrd="0" presId="urn:microsoft.com/office/officeart/2016/7/layout/VerticalHollowActionList"/>
    <dgm:cxn modelId="{4B383C6C-ECEB-4240-9A10-836C6A56B0E1}" type="presParOf" srcId="{B693143B-D873-DC4F-BCBD-4354F5B6C5C8}" destId="{71099B30-55F5-8241-8D71-3E8D5B8970D2}" srcOrd="0" destOrd="0" presId="urn:microsoft.com/office/officeart/2016/7/layout/VerticalHollowActionList"/>
    <dgm:cxn modelId="{B2A1B0E1-FBFC-9141-8579-ABBF78761054}" type="presParOf" srcId="{B693143B-D873-DC4F-BCBD-4354F5B6C5C8}" destId="{467754C8-0477-EC44-8876-85C933BBFA9F}" srcOrd="1" destOrd="0" presId="urn:microsoft.com/office/officeart/2016/7/layout/VerticalHollowActionList"/>
    <dgm:cxn modelId="{E3894847-14F7-E24E-8BE5-FD9E31DAB5A0}" type="presParOf" srcId="{191C1066-02F0-4845-96EC-843B91AFB9A1}" destId="{57E6254B-F276-0149-A8A1-D0A0A2317F54}" srcOrd="13" destOrd="0" presId="urn:microsoft.com/office/officeart/2016/7/layout/VerticalHollowActionList"/>
    <dgm:cxn modelId="{4A189304-2820-0F47-B7FE-78ECC3D229D8}" type="presParOf" srcId="{191C1066-02F0-4845-96EC-843B91AFB9A1}" destId="{CA848B97-CC21-F444-808B-29465F3F87B0}" srcOrd="14" destOrd="0" presId="urn:microsoft.com/office/officeart/2016/7/layout/VerticalHollowActionList"/>
    <dgm:cxn modelId="{6D2741B0-32BC-9748-B7AF-D251E364A801}" type="presParOf" srcId="{CA848B97-CC21-F444-808B-29465F3F87B0}" destId="{3771FF58-F6D2-524E-8501-0702C315B4C2}" srcOrd="0" destOrd="0" presId="urn:microsoft.com/office/officeart/2016/7/layout/VerticalHollowActionList"/>
    <dgm:cxn modelId="{DBBBCD58-B410-CE4A-B377-70F769D830E8}" type="presParOf" srcId="{CA848B97-CC21-F444-808B-29465F3F87B0}" destId="{85EE019C-8171-E54D-BE80-77EE797DF8C9}" srcOrd="1" destOrd="0" presId="urn:microsoft.com/office/officeart/2016/7/layout/VerticalHollowActionList"/>
    <dgm:cxn modelId="{D17082A4-EEEE-AE4D-B157-1B2AD972CE30}" type="presParOf" srcId="{191C1066-02F0-4845-96EC-843B91AFB9A1}" destId="{28F8E2D0-334C-A34C-A198-24EDF98030D5}" srcOrd="15" destOrd="0" presId="urn:microsoft.com/office/officeart/2016/7/layout/VerticalHollowActionList"/>
    <dgm:cxn modelId="{27FF2D8B-A1AB-5B48-8177-8418B3794AA1}" type="presParOf" srcId="{191C1066-02F0-4845-96EC-843B91AFB9A1}" destId="{DC3E6508-0D7A-D343-B724-B2057BB47880}" srcOrd="16" destOrd="0" presId="urn:microsoft.com/office/officeart/2016/7/layout/VerticalHollowActionList"/>
    <dgm:cxn modelId="{71F294E3-7A54-1042-AD82-CC6881CA77E8}" type="presParOf" srcId="{DC3E6508-0D7A-D343-B724-B2057BB47880}" destId="{8FED4774-285B-2E43-A7AD-3B66BFBC46E3}" srcOrd="0" destOrd="0" presId="urn:microsoft.com/office/officeart/2016/7/layout/VerticalHollowActionList"/>
    <dgm:cxn modelId="{8DDE58A9-DF20-9A4F-B477-BA3C7FF48914}" type="presParOf" srcId="{DC3E6508-0D7A-D343-B724-B2057BB47880}" destId="{5D00625B-2828-3C45-8259-3D2BAB0FB023}" srcOrd="1" destOrd="0" presId="urn:microsoft.com/office/officeart/2016/7/layout/VerticalHollowActionList"/>
    <dgm:cxn modelId="{281068AF-5778-454E-9B3C-18C548259A71}" type="presParOf" srcId="{191C1066-02F0-4845-96EC-843B91AFB9A1}" destId="{E4B86A89-9A6A-FE42-95ED-F7B84B5B8333}" srcOrd="17" destOrd="0" presId="urn:microsoft.com/office/officeart/2016/7/layout/VerticalHollowActionList"/>
    <dgm:cxn modelId="{7548BF01-DF00-7445-87D2-3DCEEC4B62AD}" type="presParOf" srcId="{191C1066-02F0-4845-96EC-843B91AFB9A1}" destId="{1C247E17-63FD-2441-B91F-C0250186C90C}" srcOrd="18" destOrd="0" presId="urn:microsoft.com/office/officeart/2016/7/layout/VerticalHollowActionList"/>
    <dgm:cxn modelId="{5B16EC0E-69D7-8E43-AE0B-70876F43BD9B}" type="presParOf" srcId="{1C247E17-63FD-2441-B91F-C0250186C90C}" destId="{BD9735E6-2DD6-1F41-959C-0A69A745012E}" srcOrd="0" destOrd="0" presId="urn:microsoft.com/office/officeart/2016/7/layout/VerticalHollowActionList"/>
    <dgm:cxn modelId="{F3304252-AF47-694D-96C0-5979B5A0C682}" type="presParOf" srcId="{1C247E17-63FD-2441-B91F-C0250186C90C}" destId="{AED0979D-9B56-EE4E-9BE9-36F3D25E6E62}" srcOrd="1" destOrd="0" presId="urn:microsoft.com/office/officeart/2016/7/layout/VerticalHollow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CA4EFE4-AD2C-4A11-95C0-E7862FF6E1C3}" type="doc">
      <dgm:prSet loTypeId="urn:microsoft.com/office/officeart/2005/8/layout/hierarchy3" loCatId="hierarchy" qsTypeId="urn:microsoft.com/office/officeart/2005/8/quickstyle/simple1" qsCatId="simple" csTypeId="urn:microsoft.com/office/officeart/2005/8/colors/colorful2" csCatId="colorful" phldr="1"/>
      <dgm:spPr/>
      <dgm:t>
        <a:bodyPr/>
        <a:lstStyle/>
        <a:p>
          <a:endParaRPr lang="en-US"/>
        </a:p>
      </dgm:t>
    </dgm:pt>
    <dgm:pt modelId="{2EDB3155-2E8F-42E9-9874-747304497E87}">
      <dgm:prSet custT="1"/>
      <dgm:spPr/>
      <dgm:t>
        <a:bodyPr/>
        <a:lstStyle/>
        <a:p>
          <a:r>
            <a:rPr lang="en-AE" sz="800" b="1" dirty="0"/>
            <a:t>Assessment and Planning</a:t>
          </a:r>
          <a:r>
            <a:rPr lang="en-AE" sz="800" dirty="0"/>
            <a:t>:</a:t>
          </a:r>
          <a:endParaRPr lang="en-US" sz="800" dirty="0"/>
        </a:p>
      </dgm:t>
    </dgm:pt>
    <dgm:pt modelId="{9BA058BF-BC13-4E9E-B2D5-B197AD15C936}" type="parTrans" cxnId="{2ED7B0D9-40A4-47CB-A047-C49A8CF9F758}">
      <dgm:prSet/>
      <dgm:spPr/>
      <dgm:t>
        <a:bodyPr/>
        <a:lstStyle/>
        <a:p>
          <a:endParaRPr lang="en-US" sz="500"/>
        </a:p>
      </dgm:t>
    </dgm:pt>
    <dgm:pt modelId="{A8D92E46-DF58-4482-8045-876879A8ACDC}" type="sibTrans" cxnId="{2ED7B0D9-40A4-47CB-A047-C49A8CF9F758}">
      <dgm:prSet/>
      <dgm:spPr/>
      <dgm:t>
        <a:bodyPr/>
        <a:lstStyle/>
        <a:p>
          <a:endParaRPr lang="en-US" sz="500"/>
        </a:p>
      </dgm:t>
    </dgm:pt>
    <dgm:pt modelId="{42B07063-3DF8-419C-9AA0-27ADEA482152}">
      <dgm:prSet custT="1"/>
      <dgm:spPr/>
      <dgm:t>
        <a:bodyPr/>
        <a:lstStyle/>
        <a:p>
          <a:pPr algn="just"/>
          <a:r>
            <a:rPr lang="en-AE" sz="500" dirty="0"/>
            <a:t>Inventory Assessment: Identify all applications, data, and infrastructure components currently deployed on-premises. </a:t>
          </a:r>
          <a:endParaRPr lang="en-US" sz="500" dirty="0"/>
        </a:p>
      </dgm:t>
    </dgm:pt>
    <dgm:pt modelId="{8B0FE39B-D7AA-43B2-92F4-29A365330D71}" type="parTrans" cxnId="{144DA0B5-BD8A-4DA7-8F69-02A9A3C84B5D}">
      <dgm:prSet/>
      <dgm:spPr/>
      <dgm:t>
        <a:bodyPr/>
        <a:lstStyle/>
        <a:p>
          <a:endParaRPr lang="en-US" sz="500"/>
        </a:p>
      </dgm:t>
    </dgm:pt>
    <dgm:pt modelId="{093E1A68-F16A-4CEE-A65C-979D1F1E2B2B}" type="sibTrans" cxnId="{144DA0B5-BD8A-4DA7-8F69-02A9A3C84B5D}">
      <dgm:prSet/>
      <dgm:spPr/>
      <dgm:t>
        <a:bodyPr/>
        <a:lstStyle/>
        <a:p>
          <a:endParaRPr lang="en-US" sz="500"/>
        </a:p>
      </dgm:t>
    </dgm:pt>
    <dgm:pt modelId="{6F6E5037-DC72-4787-93B8-1EF41C4FF102}">
      <dgm:prSet custT="1"/>
      <dgm:spPr/>
      <dgm:t>
        <a:bodyPr/>
        <a:lstStyle/>
        <a:p>
          <a:pPr algn="just"/>
          <a:r>
            <a:rPr lang="en-AE" sz="500" dirty="0"/>
            <a:t>Cloud Readiness Assessment: Evaluate the suitability of each application for cloud migration based on factors like dependencies, complexity, regulatory requirements, and resource utilization. </a:t>
          </a:r>
          <a:endParaRPr lang="en-US" sz="500" dirty="0"/>
        </a:p>
      </dgm:t>
    </dgm:pt>
    <dgm:pt modelId="{12AE16C0-41AD-4928-915F-9643EAFF2944}" type="parTrans" cxnId="{4264F9F4-CEE5-4754-8B10-2980DD87822E}">
      <dgm:prSet/>
      <dgm:spPr/>
      <dgm:t>
        <a:bodyPr/>
        <a:lstStyle/>
        <a:p>
          <a:endParaRPr lang="en-US" sz="500"/>
        </a:p>
      </dgm:t>
    </dgm:pt>
    <dgm:pt modelId="{81FDD350-0EF1-4341-BE95-A003F46B1E98}" type="sibTrans" cxnId="{4264F9F4-CEE5-4754-8B10-2980DD87822E}">
      <dgm:prSet/>
      <dgm:spPr/>
      <dgm:t>
        <a:bodyPr/>
        <a:lstStyle/>
        <a:p>
          <a:endParaRPr lang="en-US" sz="500"/>
        </a:p>
      </dgm:t>
    </dgm:pt>
    <dgm:pt modelId="{D3A22BBD-D0DC-4FD3-9A02-FA164095E25C}">
      <dgm:prSet custT="1"/>
      <dgm:spPr/>
      <dgm:t>
        <a:bodyPr/>
        <a:lstStyle/>
        <a:p>
          <a:pPr algn="just"/>
          <a:r>
            <a:rPr lang="en-AE" sz="500" dirty="0"/>
            <a:t>Prioritization: Prioritize applications based on business criticality, complexity, and potential benefits of migration. </a:t>
          </a:r>
          <a:endParaRPr lang="en-US" sz="500" dirty="0"/>
        </a:p>
      </dgm:t>
    </dgm:pt>
    <dgm:pt modelId="{2FE00239-E74A-428C-87C6-B6F3FA75795C}" type="parTrans" cxnId="{D11F277F-6E6F-4881-88F0-770500A55BC0}">
      <dgm:prSet/>
      <dgm:spPr/>
      <dgm:t>
        <a:bodyPr/>
        <a:lstStyle/>
        <a:p>
          <a:endParaRPr lang="en-US" sz="500"/>
        </a:p>
      </dgm:t>
    </dgm:pt>
    <dgm:pt modelId="{4A88C6B7-64C6-4B36-A749-2CBD06D90017}" type="sibTrans" cxnId="{D11F277F-6E6F-4881-88F0-770500A55BC0}">
      <dgm:prSet/>
      <dgm:spPr/>
      <dgm:t>
        <a:bodyPr/>
        <a:lstStyle/>
        <a:p>
          <a:endParaRPr lang="en-US" sz="500"/>
        </a:p>
      </dgm:t>
    </dgm:pt>
    <dgm:pt modelId="{6D1394C1-C1D5-4A25-9452-4E7A31DC5A07}">
      <dgm:prSet custT="1"/>
      <dgm:spPr/>
      <dgm:t>
        <a:bodyPr/>
        <a:lstStyle/>
        <a:p>
          <a:pPr algn="just"/>
          <a:r>
            <a:rPr lang="en-AE" sz="500" dirty="0"/>
            <a:t>Cost Analysis: Estimate the costs associated with running applications in the cloud, considering factors such as compute resources, storage, data transfer, and any additional services required. </a:t>
          </a:r>
          <a:endParaRPr lang="en-US" sz="500" dirty="0"/>
        </a:p>
      </dgm:t>
    </dgm:pt>
    <dgm:pt modelId="{377B8BE1-083F-4E64-A934-CC90ADCC7E41}" type="parTrans" cxnId="{DAAE03D2-3EE7-44BF-8C7A-84170F80BA0D}">
      <dgm:prSet/>
      <dgm:spPr/>
      <dgm:t>
        <a:bodyPr/>
        <a:lstStyle/>
        <a:p>
          <a:endParaRPr lang="en-US" sz="500"/>
        </a:p>
      </dgm:t>
    </dgm:pt>
    <dgm:pt modelId="{8340AC49-170D-4119-9D94-8DE026F6604A}" type="sibTrans" cxnId="{DAAE03D2-3EE7-44BF-8C7A-84170F80BA0D}">
      <dgm:prSet/>
      <dgm:spPr/>
      <dgm:t>
        <a:bodyPr/>
        <a:lstStyle/>
        <a:p>
          <a:endParaRPr lang="en-US" sz="500"/>
        </a:p>
      </dgm:t>
    </dgm:pt>
    <dgm:pt modelId="{72C7FD28-7099-4E11-869A-8216387C0645}">
      <dgm:prSet custT="1"/>
      <dgm:spPr/>
      <dgm:t>
        <a:bodyPr/>
        <a:lstStyle/>
        <a:p>
          <a:pPr algn="just"/>
          <a:r>
            <a:rPr lang="en-AE" sz="500" dirty="0"/>
            <a:t>Risk Assessment: Identify potential risks and challenges associated with migration, such as data security, compliance, performance issues, and downtime. </a:t>
          </a:r>
          <a:endParaRPr lang="en-US" sz="500" dirty="0"/>
        </a:p>
      </dgm:t>
    </dgm:pt>
    <dgm:pt modelId="{B64FF5DC-0AEE-450F-9926-EAB2B42758F1}" type="parTrans" cxnId="{6AFA6255-50E1-415C-B0D3-D8D98D190AA6}">
      <dgm:prSet/>
      <dgm:spPr/>
      <dgm:t>
        <a:bodyPr/>
        <a:lstStyle/>
        <a:p>
          <a:endParaRPr lang="en-US" sz="500"/>
        </a:p>
      </dgm:t>
    </dgm:pt>
    <dgm:pt modelId="{3F0D64B0-D704-4116-948B-B0BE0A3665A3}" type="sibTrans" cxnId="{6AFA6255-50E1-415C-B0D3-D8D98D190AA6}">
      <dgm:prSet/>
      <dgm:spPr/>
      <dgm:t>
        <a:bodyPr/>
        <a:lstStyle/>
        <a:p>
          <a:endParaRPr lang="en-US" sz="500"/>
        </a:p>
      </dgm:t>
    </dgm:pt>
    <dgm:pt modelId="{6D1E7166-55B6-4A51-BBBE-EE6A3E0CC62F}">
      <dgm:prSet custT="1"/>
      <dgm:spPr/>
      <dgm:t>
        <a:bodyPr/>
        <a:lstStyle/>
        <a:p>
          <a:r>
            <a:rPr lang="en-AE" sz="700" b="1"/>
            <a:t>Choose the Right Cloud Platform</a:t>
          </a:r>
          <a:r>
            <a:rPr lang="en-AE" sz="700"/>
            <a:t>: </a:t>
          </a:r>
          <a:endParaRPr lang="en-US" sz="700"/>
        </a:p>
      </dgm:t>
    </dgm:pt>
    <dgm:pt modelId="{E6B66638-D0E0-4367-904B-2ECC6D5EEB8C}" type="parTrans" cxnId="{D93E060A-549E-44D3-B68D-82FAE3F4427D}">
      <dgm:prSet/>
      <dgm:spPr/>
      <dgm:t>
        <a:bodyPr/>
        <a:lstStyle/>
        <a:p>
          <a:endParaRPr lang="en-US" sz="500"/>
        </a:p>
      </dgm:t>
    </dgm:pt>
    <dgm:pt modelId="{DC68814C-5974-4E11-B433-6C1668DDD566}" type="sibTrans" cxnId="{D93E060A-549E-44D3-B68D-82FAE3F4427D}">
      <dgm:prSet/>
      <dgm:spPr/>
      <dgm:t>
        <a:bodyPr/>
        <a:lstStyle/>
        <a:p>
          <a:endParaRPr lang="en-US" sz="500"/>
        </a:p>
      </dgm:t>
    </dgm:pt>
    <dgm:pt modelId="{4F543182-7459-4A08-AABE-1AB8BEB77B2B}">
      <dgm:prSet custT="1"/>
      <dgm:spPr/>
      <dgm:t>
        <a:bodyPr/>
        <a:lstStyle/>
        <a:p>
          <a:pPr algn="just"/>
          <a:r>
            <a:rPr lang="en-AE" sz="500"/>
            <a:t>Evaluate different cloud service providers (e.g., AWS, Azure, Google Cloud) based on factors like services offered, pricing, performance, security, compliance, and geographical presence. </a:t>
          </a:r>
          <a:endParaRPr lang="en-US" sz="500"/>
        </a:p>
      </dgm:t>
    </dgm:pt>
    <dgm:pt modelId="{578C2E60-49BD-40CC-A05F-A4926B0A4983}" type="parTrans" cxnId="{DB9F7132-AAB6-4927-8084-3D049FFFBD92}">
      <dgm:prSet/>
      <dgm:spPr/>
      <dgm:t>
        <a:bodyPr/>
        <a:lstStyle/>
        <a:p>
          <a:endParaRPr lang="en-US" sz="500"/>
        </a:p>
      </dgm:t>
    </dgm:pt>
    <dgm:pt modelId="{99606352-16CE-480C-8825-3AEAE04E271B}" type="sibTrans" cxnId="{DB9F7132-AAB6-4927-8084-3D049FFFBD92}">
      <dgm:prSet/>
      <dgm:spPr/>
      <dgm:t>
        <a:bodyPr/>
        <a:lstStyle/>
        <a:p>
          <a:endParaRPr lang="en-US" sz="500"/>
        </a:p>
      </dgm:t>
    </dgm:pt>
    <dgm:pt modelId="{68315C94-261F-44E3-9A1F-5291ABEA5A38}">
      <dgm:prSet custT="1"/>
      <dgm:spPr/>
      <dgm:t>
        <a:bodyPr/>
        <a:lstStyle/>
        <a:p>
          <a:r>
            <a:rPr lang="en-AE" sz="500"/>
            <a:t>Select the cloud platform that best aligns with your organization's requirements and objectives. </a:t>
          </a:r>
          <a:endParaRPr lang="en-US" sz="500"/>
        </a:p>
      </dgm:t>
    </dgm:pt>
    <dgm:pt modelId="{B2722431-A5E5-43EC-8CE2-005A1543B353}" type="parTrans" cxnId="{9F6BB8B7-DD78-4F18-8DD3-DF8624005C2A}">
      <dgm:prSet/>
      <dgm:spPr/>
      <dgm:t>
        <a:bodyPr/>
        <a:lstStyle/>
        <a:p>
          <a:endParaRPr lang="en-US" sz="500"/>
        </a:p>
      </dgm:t>
    </dgm:pt>
    <dgm:pt modelId="{A4CDC92D-6B41-4472-A8A2-C6814A0D5B2B}" type="sibTrans" cxnId="{9F6BB8B7-DD78-4F18-8DD3-DF8624005C2A}">
      <dgm:prSet/>
      <dgm:spPr/>
      <dgm:t>
        <a:bodyPr/>
        <a:lstStyle/>
        <a:p>
          <a:endParaRPr lang="en-US" sz="500"/>
        </a:p>
      </dgm:t>
    </dgm:pt>
    <dgm:pt modelId="{CCE7F211-1146-4006-B022-5901635D6322}">
      <dgm:prSet custT="1"/>
      <dgm:spPr/>
      <dgm:t>
        <a:bodyPr/>
        <a:lstStyle/>
        <a:p>
          <a:r>
            <a:rPr lang="en-AE" sz="800" b="1"/>
            <a:t>Design the Target Architecture</a:t>
          </a:r>
          <a:r>
            <a:rPr lang="en-AE" sz="800"/>
            <a:t>: </a:t>
          </a:r>
          <a:endParaRPr lang="en-US" sz="800"/>
        </a:p>
      </dgm:t>
    </dgm:pt>
    <dgm:pt modelId="{5896F515-01FC-4508-A169-641DD990B3C6}" type="parTrans" cxnId="{ED1E2AC9-AF94-4CD6-89C0-8DA8FE229611}">
      <dgm:prSet/>
      <dgm:spPr/>
      <dgm:t>
        <a:bodyPr/>
        <a:lstStyle/>
        <a:p>
          <a:endParaRPr lang="en-US" sz="500"/>
        </a:p>
      </dgm:t>
    </dgm:pt>
    <dgm:pt modelId="{099D5FCD-3AAD-432F-9A97-041795BD645D}" type="sibTrans" cxnId="{ED1E2AC9-AF94-4CD6-89C0-8DA8FE229611}">
      <dgm:prSet/>
      <dgm:spPr/>
      <dgm:t>
        <a:bodyPr/>
        <a:lstStyle/>
        <a:p>
          <a:endParaRPr lang="en-US" sz="500"/>
        </a:p>
      </dgm:t>
    </dgm:pt>
    <dgm:pt modelId="{49397FF0-44D9-4872-8EF9-07CA1F3219E4}">
      <dgm:prSet custT="1"/>
      <dgm:spPr/>
      <dgm:t>
        <a:bodyPr/>
        <a:lstStyle/>
        <a:p>
          <a:pPr algn="just"/>
          <a:r>
            <a:rPr lang="en-AE" sz="500" dirty="0"/>
            <a:t>Define the architecture for the cloud environment, including decisions on infrastructure as a service (IaaS), platform as a service (PaaS), or software as a service (SaaS) offerings. </a:t>
          </a:r>
          <a:endParaRPr lang="en-US" sz="500" dirty="0"/>
        </a:p>
      </dgm:t>
    </dgm:pt>
    <dgm:pt modelId="{AC2C9ECF-7F32-4ED5-A32C-9D27E7B237B2}" type="parTrans" cxnId="{AF162BEE-CF46-4B0E-8380-B783EC2AB607}">
      <dgm:prSet/>
      <dgm:spPr/>
      <dgm:t>
        <a:bodyPr/>
        <a:lstStyle/>
        <a:p>
          <a:endParaRPr lang="en-US" sz="500"/>
        </a:p>
      </dgm:t>
    </dgm:pt>
    <dgm:pt modelId="{FB2EC8BA-83F0-4920-90F1-9A3C7A1CD263}" type="sibTrans" cxnId="{AF162BEE-CF46-4B0E-8380-B783EC2AB607}">
      <dgm:prSet/>
      <dgm:spPr/>
      <dgm:t>
        <a:bodyPr/>
        <a:lstStyle/>
        <a:p>
          <a:endParaRPr lang="en-US" sz="500"/>
        </a:p>
      </dgm:t>
    </dgm:pt>
    <dgm:pt modelId="{CE25697F-8366-464B-8D65-C8523D0DAACB}">
      <dgm:prSet custT="1"/>
      <dgm:spPr/>
      <dgm:t>
        <a:bodyPr/>
        <a:lstStyle/>
        <a:p>
          <a:pPr algn="just"/>
          <a:r>
            <a:rPr lang="en-AE" sz="500"/>
            <a:t>Consider cloud-native technologies and services that can enhance scalability, resilience, and agility. </a:t>
          </a:r>
          <a:endParaRPr lang="en-US" sz="500"/>
        </a:p>
      </dgm:t>
    </dgm:pt>
    <dgm:pt modelId="{D5E2D0D9-2C2D-4782-B88D-7BDBF881B998}" type="parTrans" cxnId="{6BF70231-CEBD-4FFD-B9AE-A6D424EF07A4}">
      <dgm:prSet/>
      <dgm:spPr/>
      <dgm:t>
        <a:bodyPr/>
        <a:lstStyle/>
        <a:p>
          <a:endParaRPr lang="en-US" sz="500"/>
        </a:p>
      </dgm:t>
    </dgm:pt>
    <dgm:pt modelId="{EB15C268-A865-41E2-8B8C-998C250184E6}" type="sibTrans" cxnId="{6BF70231-CEBD-4FFD-B9AE-A6D424EF07A4}">
      <dgm:prSet/>
      <dgm:spPr/>
      <dgm:t>
        <a:bodyPr/>
        <a:lstStyle/>
        <a:p>
          <a:endParaRPr lang="en-US" sz="500"/>
        </a:p>
      </dgm:t>
    </dgm:pt>
    <dgm:pt modelId="{BB2C16E8-A032-43EE-B8D3-75469F2C67FD}">
      <dgm:prSet custT="1"/>
      <dgm:spPr/>
      <dgm:t>
        <a:bodyPr/>
        <a:lstStyle/>
        <a:p>
          <a:r>
            <a:rPr lang="en-AE" sz="800" b="1"/>
            <a:t>Data Migration</a:t>
          </a:r>
          <a:r>
            <a:rPr lang="en-AE" sz="800"/>
            <a:t>: </a:t>
          </a:r>
          <a:endParaRPr lang="en-US" sz="800"/>
        </a:p>
      </dgm:t>
    </dgm:pt>
    <dgm:pt modelId="{8F33B8EF-93DA-4C13-9471-02D360DB1E48}" type="parTrans" cxnId="{C19B0389-7C6C-4B75-96EC-F5DFCC5D48FD}">
      <dgm:prSet/>
      <dgm:spPr/>
      <dgm:t>
        <a:bodyPr/>
        <a:lstStyle/>
        <a:p>
          <a:endParaRPr lang="en-US" sz="500"/>
        </a:p>
      </dgm:t>
    </dgm:pt>
    <dgm:pt modelId="{2AF15AFF-0A21-440C-B0BA-A3A642BFD644}" type="sibTrans" cxnId="{C19B0389-7C6C-4B75-96EC-F5DFCC5D48FD}">
      <dgm:prSet/>
      <dgm:spPr/>
      <dgm:t>
        <a:bodyPr/>
        <a:lstStyle/>
        <a:p>
          <a:endParaRPr lang="en-US" sz="500"/>
        </a:p>
      </dgm:t>
    </dgm:pt>
    <dgm:pt modelId="{AEBDEC48-A29B-4ECD-B357-4033AAC72D82}">
      <dgm:prSet custT="1"/>
      <dgm:spPr/>
      <dgm:t>
        <a:bodyPr/>
        <a:lstStyle/>
        <a:p>
          <a:pPr algn="just"/>
          <a:r>
            <a:rPr lang="en-AE" sz="500" dirty="0"/>
            <a:t>Develop a data migration strategy for transferring data from on-premises storage systems to cloud storage solutions. </a:t>
          </a:r>
          <a:endParaRPr lang="en-US" sz="500" dirty="0"/>
        </a:p>
      </dgm:t>
    </dgm:pt>
    <dgm:pt modelId="{2F0759D8-FB71-42F2-8B9C-2997CC8042EA}" type="parTrans" cxnId="{0DB97EF0-7495-4801-99E1-BBB1E6B05815}">
      <dgm:prSet/>
      <dgm:spPr/>
      <dgm:t>
        <a:bodyPr/>
        <a:lstStyle/>
        <a:p>
          <a:endParaRPr lang="en-US" sz="500"/>
        </a:p>
      </dgm:t>
    </dgm:pt>
    <dgm:pt modelId="{49E1FD94-6231-4302-BA9A-913CCA959916}" type="sibTrans" cxnId="{0DB97EF0-7495-4801-99E1-BBB1E6B05815}">
      <dgm:prSet/>
      <dgm:spPr/>
      <dgm:t>
        <a:bodyPr/>
        <a:lstStyle/>
        <a:p>
          <a:endParaRPr lang="en-US" sz="500"/>
        </a:p>
      </dgm:t>
    </dgm:pt>
    <dgm:pt modelId="{004ABBAF-DE6F-423E-8D1C-41264A96B9EB}">
      <dgm:prSet custT="1"/>
      <dgm:spPr/>
      <dgm:t>
        <a:bodyPr/>
        <a:lstStyle/>
        <a:p>
          <a:pPr algn="just"/>
          <a:r>
            <a:rPr lang="en-AE" sz="500" dirty="0"/>
            <a:t>Choose appropriate migration methods such as online migration, offline migration, or hybrid approaches based on data volume, latency requirements, and downtime tolerance. </a:t>
          </a:r>
          <a:endParaRPr lang="en-US" sz="500" dirty="0"/>
        </a:p>
      </dgm:t>
    </dgm:pt>
    <dgm:pt modelId="{1EFC4290-8390-4AAA-845F-9E6A00A55776}" type="parTrans" cxnId="{B5E02FF2-B768-4112-807C-7206889A704A}">
      <dgm:prSet/>
      <dgm:spPr/>
      <dgm:t>
        <a:bodyPr/>
        <a:lstStyle/>
        <a:p>
          <a:endParaRPr lang="en-US" sz="500"/>
        </a:p>
      </dgm:t>
    </dgm:pt>
    <dgm:pt modelId="{AD558FDD-33EC-4CC0-8AEA-5EF397B14C3E}" type="sibTrans" cxnId="{B5E02FF2-B768-4112-807C-7206889A704A}">
      <dgm:prSet/>
      <dgm:spPr/>
      <dgm:t>
        <a:bodyPr/>
        <a:lstStyle/>
        <a:p>
          <a:endParaRPr lang="en-US" sz="500"/>
        </a:p>
      </dgm:t>
    </dgm:pt>
    <dgm:pt modelId="{BB995EA9-13FC-4BE2-8AC5-A6C8170DA30A}">
      <dgm:prSet custT="1"/>
      <dgm:spPr/>
      <dgm:t>
        <a:bodyPr/>
        <a:lstStyle/>
        <a:p>
          <a:r>
            <a:rPr lang="en-AE" sz="800" b="1"/>
            <a:t>Application Migration</a:t>
          </a:r>
          <a:r>
            <a:rPr lang="en-AE" sz="800"/>
            <a:t>: </a:t>
          </a:r>
          <a:endParaRPr lang="en-US" sz="800"/>
        </a:p>
      </dgm:t>
    </dgm:pt>
    <dgm:pt modelId="{50A15CF9-4F36-456B-8B13-EAB0B5B08076}" type="parTrans" cxnId="{1E6BBF97-E7D5-4732-A3F8-0F3399CD6F28}">
      <dgm:prSet/>
      <dgm:spPr/>
      <dgm:t>
        <a:bodyPr/>
        <a:lstStyle/>
        <a:p>
          <a:endParaRPr lang="en-US" sz="500"/>
        </a:p>
      </dgm:t>
    </dgm:pt>
    <dgm:pt modelId="{11F304DB-0B71-473B-AE82-8AE39E0BEC4E}" type="sibTrans" cxnId="{1E6BBF97-E7D5-4732-A3F8-0F3399CD6F28}">
      <dgm:prSet/>
      <dgm:spPr/>
      <dgm:t>
        <a:bodyPr/>
        <a:lstStyle/>
        <a:p>
          <a:endParaRPr lang="en-US" sz="500"/>
        </a:p>
      </dgm:t>
    </dgm:pt>
    <dgm:pt modelId="{FF4A5BDA-1842-4163-BE03-11E4521EB7B0}">
      <dgm:prSet custT="1"/>
      <dgm:spPr/>
      <dgm:t>
        <a:bodyPr/>
        <a:lstStyle/>
        <a:p>
          <a:pPr algn="just"/>
          <a:r>
            <a:rPr lang="en-AE" sz="500" dirty="0"/>
            <a:t>Determine the migration approach for each application, which may include rehosting (lift and shift), re-platforming (lift, tinker, and shift), or refactoring (rearchitecting). </a:t>
          </a:r>
          <a:endParaRPr lang="en-US" sz="500" dirty="0"/>
        </a:p>
      </dgm:t>
    </dgm:pt>
    <dgm:pt modelId="{52F5B45E-0F22-4EAB-B935-107912E43800}" type="parTrans" cxnId="{3C9F08BC-E8A1-4021-A5E7-1EC9159314E6}">
      <dgm:prSet/>
      <dgm:spPr/>
      <dgm:t>
        <a:bodyPr/>
        <a:lstStyle/>
        <a:p>
          <a:endParaRPr lang="en-US" sz="500"/>
        </a:p>
      </dgm:t>
    </dgm:pt>
    <dgm:pt modelId="{76BED35E-8D5A-4CDF-BA39-BB5E54588184}" type="sibTrans" cxnId="{3C9F08BC-E8A1-4021-A5E7-1EC9159314E6}">
      <dgm:prSet/>
      <dgm:spPr/>
      <dgm:t>
        <a:bodyPr/>
        <a:lstStyle/>
        <a:p>
          <a:endParaRPr lang="en-US" sz="500"/>
        </a:p>
      </dgm:t>
    </dgm:pt>
    <dgm:pt modelId="{BE23989E-24C3-43A7-B682-130DFA4D6B4A}">
      <dgm:prSet custT="1"/>
      <dgm:spPr/>
      <dgm:t>
        <a:bodyPr/>
        <a:lstStyle/>
        <a:p>
          <a:pPr algn="just"/>
          <a:r>
            <a:rPr lang="en-AE" sz="500" dirty="0"/>
            <a:t>Test applications in the cloud environment to ensure compatibility, performance, and functionality. </a:t>
          </a:r>
          <a:endParaRPr lang="en-US" sz="500" dirty="0"/>
        </a:p>
      </dgm:t>
    </dgm:pt>
    <dgm:pt modelId="{1D47ED78-A139-4C09-BFD3-8989B17E6ED0}" type="parTrans" cxnId="{4B6A70FF-89ED-4D94-8DD0-48EC6B7AE8B9}">
      <dgm:prSet/>
      <dgm:spPr/>
      <dgm:t>
        <a:bodyPr/>
        <a:lstStyle/>
        <a:p>
          <a:endParaRPr lang="en-US" sz="500"/>
        </a:p>
      </dgm:t>
    </dgm:pt>
    <dgm:pt modelId="{AF7222E7-9FFC-4546-AA7C-BA4C8ECB0F0B}" type="sibTrans" cxnId="{4B6A70FF-89ED-4D94-8DD0-48EC6B7AE8B9}">
      <dgm:prSet/>
      <dgm:spPr/>
      <dgm:t>
        <a:bodyPr/>
        <a:lstStyle/>
        <a:p>
          <a:endParaRPr lang="en-US" sz="500"/>
        </a:p>
      </dgm:t>
    </dgm:pt>
    <dgm:pt modelId="{03B793DB-824E-4A80-9CF8-7C4156E52E94}">
      <dgm:prSet custT="1"/>
      <dgm:spPr/>
      <dgm:t>
        <a:bodyPr/>
        <a:lstStyle/>
        <a:p>
          <a:r>
            <a:rPr lang="en-AE" sz="800" b="1"/>
            <a:t>Security and Compliance</a:t>
          </a:r>
          <a:r>
            <a:rPr lang="en-AE" sz="800"/>
            <a:t>: </a:t>
          </a:r>
          <a:endParaRPr lang="en-US" sz="800"/>
        </a:p>
      </dgm:t>
    </dgm:pt>
    <dgm:pt modelId="{683E7F92-C193-42A2-BA0F-80B0792668F4}" type="parTrans" cxnId="{777970BB-A3DB-416C-A3FC-01798350E643}">
      <dgm:prSet/>
      <dgm:spPr/>
      <dgm:t>
        <a:bodyPr/>
        <a:lstStyle/>
        <a:p>
          <a:endParaRPr lang="en-US" sz="500"/>
        </a:p>
      </dgm:t>
    </dgm:pt>
    <dgm:pt modelId="{C2D6FD9A-49F3-471B-AAD6-96DB4A8488AF}" type="sibTrans" cxnId="{777970BB-A3DB-416C-A3FC-01798350E643}">
      <dgm:prSet/>
      <dgm:spPr/>
      <dgm:t>
        <a:bodyPr/>
        <a:lstStyle/>
        <a:p>
          <a:endParaRPr lang="en-US" sz="500"/>
        </a:p>
      </dgm:t>
    </dgm:pt>
    <dgm:pt modelId="{38544717-68E5-4A29-8F8F-DB586EE2F01C}">
      <dgm:prSet custT="1"/>
      <dgm:spPr/>
      <dgm:t>
        <a:bodyPr/>
        <a:lstStyle/>
        <a:p>
          <a:pPr algn="just"/>
          <a:r>
            <a:rPr lang="en-AE" sz="500" dirty="0"/>
            <a:t>Implement robust security measures in the cloud environment, including encryption, identity and access management (IAM), network security groups, and security monitoring. </a:t>
          </a:r>
          <a:endParaRPr lang="en-US" sz="500" dirty="0"/>
        </a:p>
      </dgm:t>
    </dgm:pt>
    <dgm:pt modelId="{81CBC3A7-C5DD-4376-84D6-A7676CBA42B2}" type="parTrans" cxnId="{A64F7259-80F2-4463-9AEB-71AAF2FEA7D0}">
      <dgm:prSet/>
      <dgm:spPr/>
      <dgm:t>
        <a:bodyPr/>
        <a:lstStyle/>
        <a:p>
          <a:endParaRPr lang="en-US" sz="500"/>
        </a:p>
      </dgm:t>
    </dgm:pt>
    <dgm:pt modelId="{39746457-18AE-438D-9F00-E76E5612F5E7}" type="sibTrans" cxnId="{A64F7259-80F2-4463-9AEB-71AAF2FEA7D0}">
      <dgm:prSet/>
      <dgm:spPr/>
      <dgm:t>
        <a:bodyPr/>
        <a:lstStyle/>
        <a:p>
          <a:endParaRPr lang="en-US" sz="500"/>
        </a:p>
      </dgm:t>
    </dgm:pt>
    <dgm:pt modelId="{9E8FF4DF-1B69-4F4F-A2D9-21B29F0CD1EB}">
      <dgm:prSet custT="1"/>
      <dgm:spPr/>
      <dgm:t>
        <a:bodyPr/>
        <a:lstStyle/>
        <a:p>
          <a:pPr algn="just"/>
          <a:r>
            <a:rPr lang="en-AE" sz="500" dirty="0"/>
            <a:t>Ensure compliance with industry regulations and standards relevant to your business, such as GDPR, HIPAA, or PCI DSS. </a:t>
          </a:r>
          <a:endParaRPr lang="en-US" sz="500" dirty="0"/>
        </a:p>
      </dgm:t>
    </dgm:pt>
    <dgm:pt modelId="{F3425FEB-8E47-44AF-8082-E80F023E4937}" type="parTrans" cxnId="{1478330B-B601-4B29-AFC9-FB10AD962579}">
      <dgm:prSet/>
      <dgm:spPr/>
      <dgm:t>
        <a:bodyPr/>
        <a:lstStyle/>
        <a:p>
          <a:endParaRPr lang="en-US" sz="500"/>
        </a:p>
      </dgm:t>
    </dgm:pt>
    <dgm:pt modelId="{C65AAE8E-7E3C-4F79-95C0-AF7569D7FFF4}" type="sibTrans" cxnId="{1478330B-B601-4B29-AFC9-FB10AD962579}">
      <dgm:prSet/>
      <dgm:spPr/>
      <dgm:t>
        <a:bodyPr/>
        <a:lstStyle/>
        <a:p>
          <a:endParaRPr lang="en-US" sz="500"/>
        </a:p>
      </dgm:t>
    </dgm:pt>
    <dgm:pt modelId="{14156D34-A754-4D78-AE02-28AFECCBA64A}">
      <dgm:prSet custT="1"/>
      <dgm:spPr/>
      <dgm:t>
        <a:bodyPr/>
        <a:lstStyle/>
        <a:p>
          <a:r>
            <a:rPr lang="en-AE" sz="800" b="1" dirty="0"/>
            <a:t>Testing and Validation</a:t>
          </a:r>
          <a:r>
            <a:rPr lang="en-AE" sz="800" dirty="0"/>
            <a:t>: </a:t>
          </a:r>
          <a:endParaRPr lang="en-US" sz="800" dirty="0"/>
        </a:p>
      </dgm:t>
    </dgm:pt>
    <dgm:pt modelId="{3DBEB86F-B448-4033-83FC-961E5E1433BD}" type="parTrans" cxnId="{44AED96E-EA38-4201-90CF-6C791DA20B7E}">
      <dgm:prSet/>
      <dgm:spPr/>
      <dgm:t>
        <a:bodyPr/>
        <a:lstStyle/>
        <a:p>
          <a:endParaRPr lang="en-US" sz="500"/>
        </a:p>
      </dgm:t>
    </dgm:pt>
    <dgm:pt modelId="{CC40BA03-EB09-4F7D-A145-F022AE2EADD6}" type="sibTrans" cxnId="{44AED96E-EA38-4201-90CF-6C791DA20B7E}">
      <dgm:prSet/>
      <dgm:spPr/>
      <dgm:t>
        <a:bodyPr/>
        <a:lstStyle/>
        <a:p>
          <a:endParaRPr lang="en-US" sz="500"/>
        </a:p>
      </dgm:t>
    </dgm:pt>
    <dgm:pt modelId="{511800EE-11F0-4207-BA45-9B73C7F4B3FD}">
      <dgm:prSet custT="1"/>
      <dgm:spPr/>
      <dgm:t>
        <a:bodyPr/>
        <a:lstStyle/>
        <a:p>
          <a:pPr algn="just"/>
          <a:r>
            <a:rPr lang="en-AE" sz="500" dirty="0"/>
            <a:t>Conduct thorough testing of migrated applications and data to verify functionality, performance, and reliability. </a:t>
          </a:r>
          <a:endParaRPr lang="en-US" sz="500" dirty="0"/>
        </a:p>
      </dgm:t>
    </dgm:pt>
    <dgm:pt modelId="{CBD816B1-24E0-4919-82DF-FE5061CF2AEA}" type="parTrans" cxnId="{D9BFD867-14D0-4460-886F-47A58488BCEE}">
      <dgm:prSet/>
      <dgm:spPr/>
      <dgm:t>
        <a:bodyPr/>
        <a:lstStyle/>
        <a:p>
          <a:endParaRPr lang="en-US" sz="500"/>
        </a:p>
      </dgm:t>
    </dgm:pt>
    <dgm:pt modelId="{CA4EFE0D-C4A8-433A-8DC1-BE1A682CEAE0}" type="sibTrans" cxnId="{D9BFD867-14D0-4460-886F-47A58488BCEE}">
      <dgm:prSet/>
      <dgm:spPr/>
      <dgm:t>
        <a:bodyPr/>
        <a:lstStyle/>
        <a:p>
          <a:endParaRPr lang="en-US" sz="500"/>
        </a:p>
      </dgm:t>
    </dgm:pt>
    <dgm:pt modelId="{EFE8849E-8666-4104-886B-3EA5FF712B33}">
      <dgm:prSet custT="1"/>
      <dgm:spPr/>
      <dgm:t>
        <a:bodyPr/>
        <a:lstStyle/>
        <a:p>
          <a:pPr algn="just"/>
          <a:r>
            <a:rPr lang="en-AE" sz="500"/>
            <a:t>Perform user acceptance testing (UAT) to validate that business requirements are met. </a:t>
          </a:r>
          <a:endParaRPr lang="en-US" sz="500"/>
        </a:p>
      </dgm:t>
    </dgm:pt>
    <dgm:pt modelId="{9575EA9B-C86F-43FE-BBFF-B136DFC95CEF}" type="parTrans" cxnId="{32EE6955-A3C1-4341-BD81-A504B60DB883}">
      <dgm:prSet/>
      <dgm:spPr/>
      <dgm:t>
        <a:bodyPr/>
        <a:lstStyle/>
        <a:p>
          <a:endParaRPr lang="en-US" sz="500"/>
        </a:p>
      </dgm:t>
    </dgm:pt>
    <dgm:pt modelId="{3D7933F4-8113-4DE0-A3AC-E4D4D2C15B42}" type="sibTrans" cxnId="{32EE6955-A3C1-4341-BD81-A504B60DB883}">
      <dgm:prSet/>
      <dgm:spPr/>
      <dgm:t>
        <a:bodyPr/>
        <a:lstStyle/>
        <a:p>
          <a:endParaRPr lang="en-US" sz="500"/>
        </a:p>
      </dgm:t>
    </dgm:pt>
    <dgm:pt modelId="{15DBEBE1-39C7-45F6-90DA-A0EDF6448A6D}">
      <dgm:prSet custT="1"/>
      <dgm:spPr/>
      <dgm:t>
        <a:bodyPr/>
        <a:lstStyle/>
        <a:p>
          <a:r>
            <a:rPr lang="en-AE" sz="800" b="1"/>
            <a:t>Training and Change Management</a:t>
          </a:r>
          <a:r>
            <a:rPr lang="en-AE" sz="800"/>
            <a:t>: </a:t>
          </a:r>
          <a:endParaRPr lang="en-US" sz="800"/>
        </a:p>
      </dgm:t>
    </dgm:pt>
    <dgm:pt modelId="{AF5DA608-5724-408F-A5D0-ADE22DE48372}" type="parTrans" cxnId="{1D2ADCFC-06F8-4E0F-81F2-6EF4A3677C4F}">
      <dgm:prSet/>
      <dgm:spPr/>
      <dgm:t>
        <a:bodyPr/>
        <a:lstStyle/>
        <a:p>
          <a:endParaRPr lang="en-US" sz="500"/>
        </a:p>
      </dgm:t>
    </dgm:pt>
    <dgm:pt modelId="{50924B60-D880-4800-A5E4-DCF1B638BEFD}" type="sibTrans" cxnId="{1D2ADCFC-06F8-4E0F-81F2-6EF4A3677C4F}">
      <dgm:prSet/>
      <dgm:spPr/>
      <dgm:t>
        <a:bodyPr/>
        <a:lstStyle/>
        <a:p>
          <a:endParaRPr lang="en-US" sz="500"/>
        </a:p>
      </dgm:t>
    </dgm:pt>
    <dgm:pt modelId="{62B9DFA7-C7A3-4D65-A730-41C91CC60D4B}">
      <dgm:prSet custT="1"/>
      <dgm:spPr/>
      <dgm:t>
        <a:bodyPr/>
        <a:lstStyle/>
        <a:p>
          <a:r>
            <a:rPr lang="en-AE" sz="500"/>
            <a:t>Provide training to IT staff and end-users on using cloud services and managing cloud resources effectively. </a:t>
          </a:r>
          <a:endParaRPr lang="en-US" sz="500"/>
        </a:p>
      </dgm:t>
    </dgm:pt>
    <dgm:pt modelId="{03216820-F3B8-4A47-8958-09C487287A12}" type="parTrans" cxnId="{CE9ED92A-1A87-43B9-A4B3-0F2A25D1A0D2}">
      <dgm:prSet/>
      <dgm:spPr/>
      <dgm:t>
        <a:bodyPr/>
        <a:lstStyle/>
        <a:p>
          <a:endParaRPr lang="en-US" sz="500"/>
        </a:p>
      </dgm:t>
    </dgm:pt>
    <dgm:pt modelId="{5F9ECAD7-5AAF-4FA9-A7CF-9C2E17E46F54}" type="sibTrans" cxnId="{CE9ED92A-1A87-43B9-A4B3-0F2A25D1A0D2}">
      <dgm:prSet/>
      <dgm:spPr/>
      <dgm:t>
        <a:bodyPr/>
        <a:lstStyle/>
        <a:p>
          <a:endParaRPr lang="en-US" sz="500"/>
        </a:p>
      </dgm:t>
    </dgm:pt>
    <dgm:pt modelId="{AEBAD976-96B4-491A-A1B1-27795D25862C}">
      <dgm:prSet custT="1"/>
      <dgm:spPr/>
      <dgm:t>
        <a:bodyPr/>
        <a:lstStyle/>
        <a:p>
          <a:r>
            <a:rPr lang="en-AE" sz="500"/>
            <a:t>Implement change management processes to ensure smooth transition and adoption of cloud technologies. </a:t>
          </a:r>
          <a:endParaRPr lang="en-US" sz="500"/>
        </a:p>
      </dgm:t>
    </dgm:pt>
    <dgm:pt modelId="{245734B4-A85F-481F-A814-ED8B02A07A56}" type="parTrans" cxnId="{5F8BF0A4-780C-40EC-AE3D-AEEE8397692D}">
      <dgm:prSet/>
      <dgm:spPr/>
      <dgm:t>
        <a:bodyPr/>
        <a:lstStyle/>
        <a:p>
          <a:endParaRPr lang="en-US" sz="500"/>
        </a:p>
      </dgm:t>
    </dgm:pt>
    <dgm:pt modelId="{14BB89B7-EFD8-4671-B567-DCDB228668CC}" type="sibTrans" cxnId="{5F8BF0A4-780C-40EC-AE3D-AEEE8397692D}">
      <dgm:prSet/>
      <dgm:spPr/>
      <dgm:t>
        <a:bodyPr/>
        <a:lstStyle/>
        <a:p>
          <a:endParaRPr lang="en-US" sz="500"/>
        </a:p>
      </dgm:t>
    </dgm:pt>
    <dgm:pt modelId="{CB43878B-17C5-428E-83C8-974C28DD8681}">
      <dgm:prSet custT="1"/>
      <dgm:spPr/>
      <dgm:t>
        <a:bodyPr/>
        <a:lstStyle/>
        <a:p>
          <a:r>
            <a:rPr lang="en-AE" sz="800" b="1"/>
            <a:t>Monitoring and Optimization</a:t>
          </a:r>
          <a:r>
            <a:rPr lang="en-AE" sz="800"/>
            <a:t>: </a:t>
          </a:r>
          <a:endParaRPr lang="en-US" sz="800"/>
        </a:p>
      </dgm:t>
    </dgm:pt>
    <dgm:pt modelId="{1C7403BF-8C9D-48C2-86D0-E80C33C94D7B}" type="parTrans" cxnId="{53945B45-9F83-4ABD-8BEC-FB9D1F31A142}">
      <dgm:prSet/>
      <dgm:spPr/>
      <dgm:t>
        <a:bodyPr/>
        <a:lstStyle/>
        <a:p>
          <a:endParaRPr lang="en-US" sz="500"/>
        </a:p>
      </dgm:t>
    </dgm:pt>
    <dgm:pt modelId="{BD05F905-14EB-4AE3-B4BD-455D8C96BBBD}" type="sibTrans" cxnId="{53945B45-9F83-4ABD-8BEC-FB9D1F31A142}">
      <dgm:prSet/>
      <dgm:spPr/>
      <dgm:t>
        <a:bodyPr/>
        <a:lstStyle/>
        <a:p>
          <a:endParaRPr lang="en-US" sz="500"/>
        </a:p>
      </dgm:t>
    </dgm:pt>
    <dgm:pt modelId="{F21DC5FF-5FA2-4EB2-B91C-7557E5A5DE5E}">
      <dgm:prSet custT="1"/>
      <dgm:spPr/>
      <dgm:t>
        <a:bodyPr/>
        <a:lstStyle/>
        <a:p>
          <a:pPr algn="just"/>
          <a:r>
            <a:rPr lang="en-AE" sz="500"/>
            <a:t>Set up monitoring and alerting systems to track the performance, availability, and cost of cloud resources. </a:t>
          </a:r>
          <a:endParaRPr lang="en-US" sz="500"/>
        </a:p>
      </dgm:t>
    </dgm:pt>
    <dgm:pt modelId="{F11E0769-18BE-4683-88CE-04753E828590}" type="parTrans" cxnId="{C342C995-3D39-4471-B958-7C874E61731E}">
      <dgm:prSet/>
      <dgm:spPr/>
      <dgm:t>
        <a:bodyPr/>
        <a:lstStyle/>
        <a:p>
          <a:endParaRPr lang="en-US" sz="500"/>
        </a:p>
      </dgm:t>
    </dgm:pt>
    <dgm:pt modelId="{F96F3532-3895-4A93-8EA3-19544A4765A9}" type="sibTrans" cxnId="{C342C995-3D39-4471-B958-7C874E61731E}">
      <dgm:prSet/>
      <dgm:spPr/>
      <dgm:t>
        <a:bodyPr/>
        <a:lstStyle/>
        <a:p>
          <a:endParaRPr lang="en-US" sz="500"/>
        </a:p>
      </dgm:t>
    </dgm:pt>
    <dgm:pt modelId="{9AEA6EF7-6BEC-473B-9B6F-357E0AF51F27}">
      <dgm:prSet custT="1"/>
      <dgm:spPr/>
      <dgm:t>
        <a:bodyPr/>
        <a:lstStyle/>
        <a:p>
          <a:r>
            <a:rPr lang="en-AE" sz="500"/>
            <a:t>Continuously optimize cloud usage and costs by right-sizing resources, leveraging reserved instances, and implementing cost management best practices. </a:t>
          </a:r>
          <a:endParaRPr lang="en-US" sz="500"/>
        </a:p>
      </dgm:t>
    </dgm:pt>
    <dgm:pt modelId="{87009205-BF02-4C0A-9695-E37FEE83E471}" type="parTrans" cxnId="{312CA4EE-58D6-45BF-9868-DF733F917B7D}">
      <dgm:prSet/>
      <dgm:spPr/>
      <dgm:t>
        <a:bodyPr/>
        <a:lstStyle/>
        <a:p>
          <a:endParaRPr lang="en-US" sz="500"/>
        </a:p>
      </dgm:t>
    </dgm:pt>
    <dgm:pt modelId="{84E26665-48A7-489B-9BF6-E8DEFC4B15D1}" type="sibTrans" cxnId="{312CA4EE-58D6-45BF-9868-DF733F917B7D}">
      <dgm:prSet/>
      <dgm:spPr/>
      <dgm:t>
        <a:bodyPr/>
        <a:lstStyle/>
        <a:p>
          <a:endParaRPr lang="en-US" sz="500"/>
        </a:p>
      </dgm:t>
    </dgm:pt>
    <dgm:pt modelId="{113E5D9E-C2FE-4DDE-A717-982D0D6DCCD0}">
      <dgm:prSet custT="1"/>
      <dgm:spPr/>
      <dgm:t>
        <a:bodyPr/>
        <a:lstStyle/>
        <a:p>
          <a:r>
            <a:rPr lang="en-AE" sz="800" b="1" dirty="0"/>
            <a:t>Post-Migration Support</a:t>
          </a:r>
          <a:r>
            <a:rPr lang="en-AE" sz="800" dirty="0"/>
            <a:t>: </a:t>
          </a:r>
          <a:endParaRPr lang="en-US" sz="800" dirty="0"/>
        </a:p>
      </dgm:t>
    </dgm:pt>
    <dgm:pt modelId="{69B26841-269A-4469-8D02-5E798BDA24B6}" type="parTrans" cxnId="{72900594-E00C-4700-95C4-F77EF520EAB9}">
      <dgm:prSet/>
      <dgm:spPr/>
      <dgm:t>
        <a:bodyPr/>
        <a:lstStyle/>
        <a:p>
          <a:endParaRPr lang="en-US" sz="500"/>
        </a:p>
      </dgm:t>
    </dgm:pt>
    <dgm:pt modelId="{F790A074-EB19-4748-93BA-983C677D57B9}" type="sibTrans" cxnId="{72900594-E00C-4700-95C4-F77EF520EAB9}">
      <dgm:prSet/>
      <dgm:spPr/>
      <dgm:t>
        <a:bodyPr/>
        <a:lstStyle/>
        <a:p>
          <a:endParaRPr lang="en-US" sz="500"/>
        </a:p>
      </dgm:t>
    </dgm:pt>
    <dgm:pt modelId="{617B1F66-2362-40BF-84CD-F161D369AF12}">
      <dgm:prSet custT="1"/>
      <dgm:spPr/>
      <dgm:t>
        <a:bodyPr/>
        <a:lstStyle/>
        <a:p>
          <a:pPr algn="just"/>
          <a:r>
            <a:rPr lang="en-AE" sz="500"/>
            <a:t>Provide ongoing support and maintenance for migrated applications and infrastructure in the cloud environment. </a:t>
          </a:r>
          <a:endParaRPr lang="en-US" sz="500"/>
        </a:p>
      </dgm:t>
    </dgm:pt>
    <dgm:pt modelId="{BC63F27E-5432-4A06-9292-59763B939694}" type="parTrans" cxnId="{5DA1067C-CE5E-4E63-BF64-0319600C19D4}">
      <dgm:prSet/>
      <dgm:spPr/>
      <dgm:t>
        <a:bodyPr/>
        <a:lstStyle/>
        <a:p>
          <a:endParaRPr lang="en-US" sz="500"/>
        </a:p>
      </dgm:t>
    </dgm:pt>
    <dgm:pt modelId="{EEC65334-E188-4938-9656-922E58D734CF}" type="sibTrans" cxnId="{5DA1067C-CE5E-4E63-BF64-0319600C19D4}">
      <dgm:prSet/>
      <dgm:spPr/>
      <dgm:t>
        <a:bodyPr/>
        <a:lstStyle/>
        <a:p>
          <a:endParaRPr lang="en-US" sz="500"/>
        </a:p>
      </dgm:t>
    </dgm:pt>
    <dgm:pt modelId="{9DE7C9A8-445F-4744-AA01-A7FFD62CF610}">
      <dgm:prSet custT="1"/>
      <dgm:spPr/>
      <dgm:t>
        <a:bodyPr/>
        <a:lstStyle/>
        <a:p>
          <a:pPr algn="just"/>
          <a:r>
            <a:rPr lang="en-AE" sz="500" dirty="0"/>
            <a:t>Establish procedures for incident management, troubleshooting, and performance optimization. </a:t>
          </a:r>
          <a:endParaRPr lang="en-US" sz="500" dirty="0"/>
        </a:p>
      </dgm:t>
    </dgm:pt>
    <dgm:pt modelId="{93414F3A-ED83-4E1F-8906-63C5673B8800}" type="parTrans" cxnId="{5765326F-3258-4636-9EE7-BF7BF1C334BC}">
      <dgm:prSet/>
      <dgm:spPr/>
      <dgm:t>
        <a:bodyPr/>
        <a:lstStyle/>
        <a:p>
          <a:endParaRPr lang="en-US" sz="500"/>
        </a:p>
      </dgm:t>
    </dgm:pt>
    <dgm:pt modelId="{9D8166DD-3963-4EAE-AB05-F8C96521AA82}" type="sibTrans" cxnId="{5765326F-3258-4636-9EE7-BF7BF1C334BC}">
      <dgm:prSet/>
      <dgm:spPr/>
      <dgm:t>
        <a:bodyPr/>
        <a:lstStyle/>
        <a:p>
          <a:endParaRPr lang="en-US" sz="500"/>
        </a:p>
      </dgm:t>
    </dgm:pt>
    <dgm:pt modelId="{085BA694-9738-004B-8C8F-DD5CF1ED24F9}" type="pres">
      <dgm:prSet presAssocID="{4CA4EFE4-AD2C-4A11-95C0-E7862FF6E1C3}" presName="diagram" presStyleCnt="0">
        <dgm:presLayoutVars>
          <dgm:chPref val="1"/>
          <dgm:dir/>
          <dgm:animOne val="branch"/>
          <dgm:animLvl val="lvl"/>
          <dgm:resizeHandles/>
        </dgm:presLayoutVars>
      </dgm:prSet>
      <dgm:spPr/>
    </dgm:pt>
    <dgm:pt modelId="{8973B286-483C-5148-B7B2-C47934BED944}" type="pres">
      <dgm:prSet presAssocID="{2EDB3155-2E8F-42E9-9874-747304497E87}" presName="root" presStyleCnt="0"/>
      <dgm:spPr/>
    </dgm:pt>
    <dgm:pt modelId="{E23BA42A-B10F-8D43-B2A4-C44DED14616D}" type="pres">
      <dgm:prSet presAssocID="{2EDB3155-2E8F-42E9-9874-747304497E87}" presName="rootComposite" presStyleCnt="0"/>
      <dgm:spPr/>
    </dgm:pt>
    <dgm:pt modelId="{C549E154-5D78-514B-8B1E-2FF5545878D0}" type="pres">
      <dgm:prSet presAssocID="{2EDB3155-2E8F-42E9-9874-747304497E87}" presName="rootText" presStyleLbl="node1" presStyleIdx="0" presStyleCnt="10"/>
      <dgm:spPr/>
    </dgm:pt>
    <dgm:pt modelId="{9A212818-5ABB-724F-BEF4-E48926EF0BD1}" type="pres">
      <dgm:prSet presAssocID="{2EDB3155-2E8F-42E9-9874-747304497E87}" presName="rootConnector" presStyleLbl="node1" presStyleIdx="0" presStyleCnt="10"/>
      <dgm:spPr/>
    </dgm:pt>
    <dgm:pt modelId="{BB2DFDDB-C39A-C447-836A-7B35317E6805}" type="pres">
      <dgm:prSet presAssocID="{2EDB3155-2E8F-42E9-9874-747304497E87}" presName="childShape" presStyleCnt="0"/>
      <dgm:spPr/>
    </dgm:pt>
    <dgm:pt modelId="{74DE9A6E-3EFE-BE48-8886-97F2FE277C7B}" type="pres">
      <dgm:prSet presAssocID="{8B0FE39B-D7AA-43B2-92F4-29A365330D71}" presName="Name13" presStyleLbl="parChTrans1D2" presStyleIdx="0" presStyleCnt="23"/>
      <dgm:spPr/>
    </dgm:pt>
    <dgm:pt modelId="{B04D7B72-975A-E743-BFA9-AD7B55126E78}" type="pres">
      <dgm:prSet presAssocID="{42B07063-3DF8-419C-9AA0-27ADEA482152}" presName="childText" presStyleLbl="bgAcc1" presStyleIdx="0" presStyleCnt="23" custScaleX="162066">
        <dgm:presLayoutVars>
          <dgm:bulletEnabled val="1"/>
        </dgm:presLayoutVars>
      </dgm:prSet>
      <dgm:spPr/>
    </dgm:pt>
    <dgm:pt modelId="{1097C38B-C10A-6045-ABC8-3C2DE85ED91F}" type="pres">
      <dgm:prSet presAssocID="{12AE16C0-41AD-4928-915F-9643EAFF2944}" presName="Name13" presStyleLbl="parChTrans1D2" presStyleIdx="1" presStyleCnt="23"/>
      <dgm:spPr/>
    </dgm:pt>
    <dgm:pt modelId="{901163BA-F64B-684B-838D-9F37DF5F1AA5}" type="pres">
      <dgm:prSet presAssocID="{6F6E5037-DC72-4787-93B8-1EF41C4FF102}" presName="childText" presStyleLbl="bgAcc1" presStyleIdx="1" presStyleCnt="23" custScaleX="161053">
        <dgm:presLayoutVars>
          <dgm:bulletEnabled val="1"/>
        </dgm:presLayoutVars>
      </dgm:prSet>
      <dgm:spPr/>
    </dgm:pt>
    <dgm:pt modelId="{400057EA-9160-4F48-BB6F-4D3EF386775A}" type="pres">
      <dgm:prSet presAssocID="{2FE00239-E74A-428C-87C6-B6F3FA75795C}" presName="Name13" presStyleLbl="parChTrans1D2" presStyleIdx="2" presStyleCnt="23"/>
      <dgm:spPr/>
    </dgm:pt>
    <dgm:pt modelId="{D90288E9-F32C-0F4B-B2C2-318DC0C49E72}" type="pres">
      <dgm:prSet presAssocID="{D3A22BBD-D0DC-4FD3-9A02-FA164095E25C}" presName="childText" presStyleLbl="bgAcc1" presStyleIdx="2" presStyleCnt="23" custScaleX="164603">
        <dgm:presLayoutVars>
          <dgm:bulletEnabled val="1"/>
        </dgm:presLayoutVars>
      </dgm:prSet>
      <dgm:spPr/>
    </dgm:pt>
    <dgm:pt modelId="{A8147E1F-4FE2-CB4D-B6F4-E70F18504EC6}" type="pres">
      <dgm:prSet presAssocID="{377B8BE1-083F-4E64-A934-CC90ADCC7E41}" presName="Name13" presStyleLbl="parChTrans1D2" presStyleIdx="3" presStyleCnt="23"/>
      <dgm:spPr/>
    </dgm:pt>
    <dgm:pt modelId="{05A4E7A9-B87C-F74A-9ED0-5F2472D8795F}" type="pres">
      <dgm:prSet presAssocID="{6D1394C1-C1D5-4A25-9452-4E7A31DC5A07}" presName="childText" presStyleLbl="bgAcc1" presStyleIdx="3" presStyleCnt="23" custScaleX="158645">
        <dgm:presLayoutVars>
          <dgm:bulletEnabled val="1"/>
        </dgm:presLayoutVars>
      </dgm:prSet>
      <dgm:spPr/>
    </dgm:pt>
    <dgm:pt modelId="{110E67B0-4434-CC48-8B12-D2049BA6794F}" type="pres">
      <dgm:prSet presAssocID="{B64FF5DC-0AEE-450F-9926-EAB2B42758F1}" presName="Name13" presStyleLbl="parChTrans1D2" presStyleIdx="4" presStyleCnt="23"/>
      <dgm:spPr/>
    </dgm:pt>
    <dgm:pt modelId="{9175875E-55E4-7441-8847-6B20A48150AC}" type="pres">
      <dgm:prSet presAssocID="{72C7FD28-7099-4E11-869A-8216387C0645}" presName="childText" presStyleLbl="bgAcc1" presStyleIdx="4" presStyleCnt="23" custScaleX="162444">
        <dgm:presLayoutVars>
          <dgm:bulletEnabled val="1"/>
        </dgm:presLayoutVars>
      </dgm:prSet>
      <dgm:spPr/>
    </dgm:pt>
    <dgm:pt modelId="{A67FF8F4-BF45-2C4E-A698-501D7254423F}" type="pres">
      <dgm:prSet presAssocID="{6D1E7166-55B6-4A51-BBBE-EE6A3E0CC62F}" presName="root" presStyleCnt="0"/>
      <dgm:spPr/>
    </dgm:pt>
    <dgm:pt modelId="{E51DD9B5-ADB7-F145-900B-DF2251122B0D}" type="pres">
      <dgm:prSet presAssocID="{6D1E7166-55B6-4A51-BBBE-EE6A3E0CC62F}" presName="rootComposite" presStyleCnt="0"/>
      <dgm:spPr/>
    </dgm:pt>
    <dgm:pt modelId="{426A26C0-9BC4-6749-9813-F76C4435CE85}" type="pres">
      <dgm:prSet presAssocID="{6D1E7166-55B6-4A51-BBBE-EE6A3E0CC62F}" presName="rootText" presStyleLbl="node1" presStyleIdx="1" presStyleCnt="10"/>
      <dgm:spPr/>
    </dgm:pt>
    <dgm:pt modelId="{3E80EF42-97E0-2740-BED9-3CEA54E1AE61}" type="pres">
      <dgm:prSet presAssocID="{6D1E7166-55B6-4A51-BBBE-EE6A3E0CC62F}" presName="rootConnector" presStyleLbl="node1" presStyleIdx="1" presStyleCnt="10"/>
      <dgm:spPr/>
    </dgm:pt>
    <dgm:pt modelId="{AA3F41D6-E471-7248-A608-D68403798A54}" type="pres">
      <dgm:prSet presAssocID="{6D1E7166-55B6-4A51-BBBE-EE6A3E0CC62F}" presName="childShape" presStyleCnt="0"/>
      <dgm:spPr/>
    </dgm:pt>
    <dgm:pt modelId="{E8EA6E89-35CC-DA48-AF12-BB250AFEBC03}" type="pres">
      <dgm:prSet presAssocID="{578C2E60-49BD-40CC-A05F-A4926B0A4983}" presName="Name13" presStyleLbl="parChTrans1D2" presStyleIdx="5" presStyleCnt="23"/>
      <dgm:spPr/>
    </dgm:pt>
    <dgm:pt modelId="{BDBD251F-ACE7-0142-A51F-A9F3495461E7}" type="pres">
      <dgm:prSet presAssocID="{4F543182-7459-4A08-AABE-1AB8BEB77B2B}" presName="childText" presStyleLbl="bgAcc1" presStyleIdx="5" presStyleCnt="23" custScaleX="161482">
        <dgm:presLayoutVars>
          <dgm:bulletEnabled val="1"/>
        </dgm:presLayoutVars>
      </dgm:prSet>
      <dgm:spPr/>
    </dgm:pt>
    <dgm:pt modelId="{610ACE92-1C66-874F-BD09-BF368E760F2A}" type="pres">
      <dgm:prSet presAssocID="{B2722431-A5E5-43EC-8CE2-005A1543B353}" presName="Name13" presStyleLbl="parChTrans1D2" presStyleIdx="6" presStyleCnt="23"/>
      <dgm:spPr/>
    </dgm:pt>
    <dgm:pt modelId="{19378B34-C9BE-8B45-A5B0-779C4BBBD696}" type="pres">
      <dgm:prSet presAssocID="{68315C94-261F-44E3-9A1F-5291ABEA5A38}" presName="childText" presStyleLbl="bgAcc1" presStyleIdx="6" presStyleCnt="23" custScaleX="148337">
        <dgm:presLayoutVars>
          <dgm:bulletEnabled val="1"/>
        </dgm:presLayoutVars>
      </dgm:prSet>
      <dgm:spPr/>
    </dgm:pt>
    <dgm:pt modelId="{4D3A02E1-4378-CC46-B6EA-38DA91C7ED66}" type="pres">
      <dgm:prSet presAssocID="{CCE7F211-1146-4006-B022-5901635D6322}" presName="root" presStyleCnt="0"/>
      <dgm:spPr/>
    </dgm:pt>
    <dgm:pt modelId="{57CBDDE7-7D13-8248-87A6-2A0D299013CD}" type="pres">
      <dgm:prSet presAssocID="{CCE7F211-1146-4006-B022-5901635D6322}" presName="rootComposite" presStyleCnt="0"/>
      <dgm:spPr/>
    </dgm:pt>
    <dgm:pt modelId="{4F5508C6-DB68-084B-98C3-96C866716249}" type="pres">
      <dgm:prSet presAssocID="{CCE7F211-1146-4006-B022-5901635D6322}" presName="rootText" presStyleLbl="node1" presStyleIdx="2" presStyleCnt="10"/>
      <dgm:spPr/>
    </dgm:pt>
    <dgm:pt modelId="{8607A41B-7F80-A94D-8670-E46052150598}" type="pres">
      <dgm:prSet presAssocID="{CCE7F211-1146-4006-B022-5901635D6322}" presName="rootConnector" presStyleLbl="node1" presStyleIdx="2" presStyleCnt="10"/>
      <dgm:spPr/>
    </dgm:pt>
    <dgm:pt modelId="{77CA06F9-F16C-8440-8217-8463A999AB26}" type="pres">
      <dgm:prSet presAssocID="{CCE7F211-1146-4006-B022-5901635D6322}" presName="childShape" presStyleCnt="0"/>
      <dgm:spPr/>
    </dgm:pt>
    <dgm:pt modelId="{0B5E27DC-FF36-1246-8F7F-849EBA8B81EC}" type="pres">
      <dgm:prSet presAssocID="{AC2C9ECF-7F32-4ED5-A32C-9D27E7B237B2}" presName="Name13" presStyleLbl="parChTrans1D2" presStyleIdx="7" presStyleCnt="23"/>
      <dgm:spPr/>
    </dgm:pt>
    <dgm:pt modelId="{5CC447DF-2EAA-0A4B-8DEE-05EEDD18192E}" type="pres">
      <dgm:prSet presAssocID="{49397FF0-44D9-4872-8EF9-07CA1F3219E4}" presName="childText" presStyleLbl="bgAcc1" presStyleIdx="7" presStyleCnt="23" custScaleX="148073">
        <dgm:presLayoutVars>
          <dgm:bulletEnabled val="1"/>
        </dgm:presLayoutVars>
      </dgm:prSet>
      <dgm:spPr/>
    </dgm:pt>
    <dgm:pt modelId="{FA561E9D-FC6C-5240-9985-6815BB9E6C3C}" type="pres">
      <dgm:prSet presAssocID="{D5E2D0D9-2C2D-4782-B88D-7BDBF881B998}" presName="Name13" presStyleLbl="parChTrans1D2" presStyleIdx="8" presStyleCnt="23"/>
      <dgm:spPr/>
    </dgm:pt>
    <dgm:pt modelId="{C1160572-B03A-2F43-A919-DF6625E5C611}" type="pres">
      <dgm:prSet presAssocID="{CE25697F-8366-464B-8D65-C8523D0DAACB}" presName="childText" presStyleLbl="bgAcc1" presStyleIdx="8" presStyleCnt="23" custScaleX="139394">
        <dgm:presLayoutVars>
          <dgm:bulletEnabled val="1"/>
        </dgm:presLayoutVars>
      </dgm:prSet>
      <dgm:spPr/>
    </dgm:pt>
    <dgm:pt modelId="{C6CD32A8-BEAB-0C41-8E69-B7ED8BB681BE}" type="pres">
      <dgm:prSet presAssocID="{BB2C16E8-A032-43EE-B8D3-75469F2C67FD}" presName="root" presStyleCnt="0"/>
      <dgm:spPr/>
    </dgm:pt>
    <dgm:pt modelId="{BCAFDA24-018B-6646-92B9-E762AEE00856}" type="pres">
      <dgm:prSet presAssocID="{BB2C16E8-A032-43EE-B8D3-75469F2C67FD}" presName="rootComposite" presStyleCnt="0"/>
      <dgm:spPr/>
    </dgm:pt>
    <dgm:pt modelId="{00BC82C5-0AC6-BF40-8D4F-C2DE580B6EF5}" type="pres">
      <dgm:prSet presAssocID="{BB2C16E8-A032-43EE-B8D3-75469F2C67FD}" presName="rootText" presStyleLbl="node1" presStyleIdx="3" presStyleCnt="10"/>
      <dgm:spPr/>
    </dgm:pt>
    <dgm:pt modelId="{8C1EDDD1-55E0-464F-86D4-A58BACE0E5FB}" type="pres">
      <dgm:prSet presAssocID="{BB2C16E8-A032-43EE-B8D3-75469F2C67FD}" presName="rootConnector" presStyleLbl="node1" presStyleIdx="3" presStyleCnt="10"/>
      <dgm:spPr/>
    </dgm:pt>
    <dgm:pt modelId="{60734CC6-1FF2-0843-98BA-D625E2AC234D}" type="pres">
      <dgm:prSet presAssocID="{BB2C16E8-A032-43EE-B8D3-75469F2C67FD}" presName="childShape" presStyleCnt="0"/>
      <dgm:spPr/>
    </dgm:pt>
    <dgm:pt modelId="{312041F3-E3D9-024C-B54E-68BB87BFA886}" type="pres">
      <dgm:prSet presAssocID="{2F0759D8-FB71-42F2-8B9C-2997CC8042EA}" presName="Name13" presStyleLbl="parChTrans1D2" presStyleIdx="9" presStyleCnt="23"/>
      <dgm:spPr/>
    </dgm:pt>
    <dgm:pt modelId="{4E185C81-5D39-1F4B-9012-5B1EAC1E95C7}" type="pres">
      <dgm:prSet presAssocID="{AEBDEC48-A29B-4ECD-B357-4033AAC72D82}" presName="childText" presStyleLbl="bgAcc1" presStyleIdx="9" presStyleCnt="23" custScaleX="156559">
        <dgm:presLayoutVars>
          <dgm:bulletEnabled val="1"/>
        </dgm:presLayoutVars>
      </dgm:prSet>
      <dgm:spPr/>
    </dgm:pt>
    <dgm:pt modelId="{0F4B8760-BFD9-F948-B929-563E11A624E3}" type="pres">
      <dgm:prSet presAssocID="{1EFC4290-8390-4AAA-845F-9E6A00A55776}" presName="Name13" presStyleLbl="parChTrans1D2" presStyleIdx="10" presStyleCnt="23"/>
      <dgm:spPr/>
    </dgm:pt>
    <dgm:pt modelId="{3C7EEC0D-DF79-1746-AA01-0DCCC443845E}" type="pres">
      <dgm:prSet presAssocID="{004ABBAF-DE6F-423E-8D1C-41264A96B9EB}" presName="childText" presStyleLbl="bgAcc1" presStyleIdx="10" presStyleCnt="23" custScaleX="158954">
        <dgm:presLayoutVars>
          <dgm:bulletEnabled val="1"/>
        </dgm:presLayoutVars>
      </dgm:prSet>
      <dgm:spPr/>
    </dgm:pt>
    <dgm:pt modelId="{760748EC-ECBC-5249-9A66-25B25C9A3699}" type="pres">
      <dgm:prSet presAssocID="{BB995EA9-13FC-4BE2-8AC5-A6C8170DA30A}" presName="root" presStyleCnt="0"/>
      <dgm:spPr/>
    </dgm:pt>
    <dgm:pt modelId="{077B79CE-6803-E648-ABBD-5793CD509293}" type="pres">
      <dgm:prSet presAssocID="{BB995EA9-13FC-4BE2-8AC5-A6C8170DA30A}" presName="rootComposite" presStyleCnt="0"/>
      <dgm:spPr/>
    </dgm:pt>
    <dgm:pt modelId="{EF8476FC-A0C6-D147-9857-383FA21A7999}" type="pres">
      <dgm:prSet presAssocID="{BB995EA9-13FC-4BE2-8AC5-A6C8170DA30A}" presName="rootText" presStyleLbl="node1" presStyleIdx="4" presStyleCnt="10"/>
      <dgm:spPr/>
    </dgm:pt>
    <dgm:pt modelId="{87E714E6-B685-EB46-B75D-2403294D4499}" type="pres">
      <dgm:prSet presAssocID="{BB995EA9-13FC-4BE2-8AC5-A6C8170DA30A}" presName="rootConnector" presStyleLbl="node1" presStyleIdx="4" presStyleCnt="10"/>
      <dgm:spPr/>
    </dgm:pt>
    <dgm:pt modelId="{5F29200C-A1D1-274F-A77C-63B9A58D6978}" type="pres">
      <dgm:prSet presAssocID="{BB995EA9-13FC-4BE2-8AC5-A6C8170DA30A}" presName="childShape" presStyleCnt="0"/>
      <dgm:spPr/>
    </dgm:pt>
    <dgm:pt modelId="{F2606F3F-B01C-4D4C-9029-D22D55B4484B}" type="pres">
      <dgm:prSet presAssocID="{52F5B45E-0F22-4EAB-B935-107912E43800}" presName="Name13" presStyleLbl="parChTrans1D2" presStyleIdx="11" presStyleCnt="23"/>
      <dgm:spPr/>
    </dgm:pt>
    <dgm:pt modelId="{C4472257-4F38-B242-85E8-F4ADAE96EEA6}" type="pres">
      <dgm:prSet presAssocID="{FF4A5BDA-1842-4163-BE03-11E4521EB7B0}" presName="childText" presStyleLbl="bgAcc1" presStyleIdx="11" presStyleCnt="23" custScaleX="140446">
        <dgm:presLayoutVars>
          <dgm:bulletEnabled val="1"/>
        </dgm:presLayoutVars>
      </dgm:prSet>
      <dgm:spPr/>
    </dgm:pt>
    <dgm:pt modelId="{2EB7A5B6-EA88-3C48-8C99-5BC7E7BF7949}" type="pres">
      <dgm:prSet presAssocID="{1D47ED78-A139-4C09-BFD3-8989B17E6ED0}" presName="Name13" presStyleLbl="parChTrans1D2" presStyleIdx="12" presStyleCnt="23"/>
      <dgm:spPr/>
    </dgm:pt>
    <dgm:pt modelId="{262FDD49-15B0-684C-B6ED-66A1652C0CA6}" type="pres">
      <dgm:prSet presAssocID="{BE23989E-24C3-43A7-B682-130DFA4D6B4A}" presName="childText" presStyleLbl="bgAcc1" presStyleIdx="12" presStyleCnt="23" custScaleX="131335">
        <dgm:presLayoutVars>
          <dgm:bulletEnabled val="1"/>
        </dgm:presLayoutVars>
      </dgm:prSet>
      <dgm:spPr/>
    </dgm:pt>
    <dgm:pt modelId="{E140AA59-3146-CB4A-A29F-CCE9BBBAD25B}" type="pres">
      <dgm:prSet presAssocID="{03B793DB-824E-4A80-9CF8-7C4156E52E94}" presName="root" presStyleCnt="0"/>
      <dgm:spPr/>
    </dgm:pt>
    <dgm:pt modelId="{E0A1D36D-E477-1748-9813-22E8DE420669}" type="pres">
      <dgm:prSet presAssocID="{03B793DB-824E-4A80-9CF8-7C4156E52E94}" presName="rootComposite" presStyleCnt="0"/>
      <dgm:spPr/>
    </dgm:pt>
    <dgm:pt modelId="{6C084CDF-7E1B-0E49-BFBB-8CABFFE22F7A}" type="pres">
      <dgm:prSet presAssocID="{03B793DB-824E-4A80-9CF8-7C4156E52E94}" presName="rootText" presStyleLbl="node1" presStyleIdx="5" presStyleCnt="10"/>
      <dgm:spPr/>
    </dgm:pt>
    <dgm:pt modelId="{CCA1BD13-3B41-8242-96BC-6FBC2B3EE59F}" type="pres">
      <dgm:prSet presAssocID="{03B793DB-824E-4A80-9CF8-7C4156E52E94}" presName="rootConnector" presStyleLbl="node1" presStyleIdx="5" presStyleCnt="10"/>
      <dgm:spPr/>
    </dgm:pt>
    <dgm:pt modelId="{A03CD16A-A8C4-8E4E-B8FF-BFAA3C2B3B4A}" type="pres">
      <dgm:prSet presAssocID="{03B793DB-824E-4A80-9CF8-7C4156E52E94}" presName="childShape" presStyleCnt="0"/>
      <dgm:spPr/>
    </dgm:pt>
    <dgm:pt modelId="{4592DB88-B9F5-3E4F-8961-66FF0F69A69F}" type="pres">
      <dgm:prSet presAssocID="{81CBC3A7-C5DD-4376-84D6-A7676CBA42B2}" presName="Name13" presStyleLbl="parChTrans1D2" presStyleIdx="13" presStyleCnt="23"/>
      <dgm:spPr/>
    </dgm:pt>
    <dgm:pt modelId="{C286DB2E-FA12-4C4F-BAE4-9AA035DB002F}" type="pres">
      <dgm:prSet presAssocID="{38544717-68E5-4A29-8F8F-DB586EE2F01C}" presName="childText" presStyleLbl="bgAcc1" presStyleIdx="13" presStyleCnt="23" custScaleX="161852">
        <dgm:presLayoutVars>
          <dgm:bulletEnabled val="1"/>
        </dgm:presLayoutVars>
      </dgm:prSet>
      <dgm:spPr/>
    </dgm:pt>
    <dgm:pt modelId="{A63C0C74-8BDC-8C47-BE80-D643A83415C4}" type="pres">
      <dgm:prSet presAssocID="{F3425FEB-8E47-44AF-8082-E80F023E4937}" presName="Name13" presStyleLbl="parChTrans1D2" presStyleIdx="14" presStyleCnt="23"/>
      <dgm:spPr/>
    </dgm:pt>
    <dgm:pt modelId="{55BC3558-08E5-1943-ABA3-9395093A0D45}" type="pres">
      <dgm:prSet presAssocID="{9E8FF4DF-1B69-4F4F-A2D9-21B29F0CD1EB}" presName="childText" presStyleLbl="bgAcc1" presStyleIdx="14" presStyleCnt="23" custScaleX="158527">
        <dgm:presLayoutVars>
          <dgm:bulletEnabled val="1"/>
        </dgm:presLayoutVars>
      </dgm:prSet>
      <dgm:spPr/>
    </dgm:pt>
    <dgm:pt modelId="{9B05948C-FCDB-584E-9AE8-338069212EC1}" type="pres">
      <dgm:prSet presAssocID="{14156D34-A754-4D78-AE02-28AFECCBA64A}" presName="root" presStyleCnt="0"/>
      <dgm:spPr/>
    </dgm:pt>
    <dgm:pt modelId="{222EE70C-CE12-EA4E-B1B2-82A432056D13}" type="pres">
      <dgm:prSet presAssocID="{14156D34-A754-4D78-AE02-28AFECCBA64A}" presName="rootComposite" presStyleCnt="0"/>
      <dgm:spPr/>
    </dgm:pt>
    <dgm:pt modelId="{62D0B227-3E7B-EB4C-A768-8F793C5FA343}" type="pres">
      <dgm:prSet presAssocID="{14156D34-A754-4D78-AE02-28AFECCBA64A}" presName="rootText" presStyleLbl="node1" presStyleIdx="6" presStyleCnt="10"/>
      <dgm:spPr/>
    </dgm:pt>
    <dgm:pt modelId="{8219EF92-B32F-AD42-B2F6-895029302399}" type="pres">
      <dgm:prSet presAssocID="{14156D34-A754-4D78-AE02-28AFECCBA64A}" presName="rootConnector" presStyleLbl="node1" presStyleIdx="6" presStyleCnt="10"/>
      <dgm:spPr/>
    </dgm:pt>
    <dgm:pt modelId="{9A918B43-6A05-AD49-907C-6C8B3B6C2EB5}" type="pres">
      <dgm:prSet presAssocID="{14156D34-A754-4D78-AE02-28AFECCBA64A}" presName="childShape" presStyleCnt="0"/>
      <dgm:spPr/>
    </dgm:pt>
    <dgm:pt modelId="{C5FB6C31-4BD7-5843-9D54-1E7D40869DB3}" type="pres">
      <dgm:prSet presAssocID="{CBD816B1-24E0-4919-82DF-FE5061CF2AEA}" presName="Name13" presStyleLbl="parChTrans1D2" presStyleIdx="15" presStyleCnt="23"/>
      <dgm:spPr/>
    </dgm:pt>
    <dgm:pt modelId="{4E7DD1DB-1977-2B4B-8BCC-26F371614D5A}" type="pres">
      <dgm:prSet presAssocID="{511800EE-11F0-4207-BA45-9B73C7F4B3FD}" presName="childText" presStyleLbl="bgAcc1" presStyleIdx="15" presStyleCnt="23" custScaleX="126400">
        <dgm:presLayoutVars>
          <dgm:bulletEnabled val="1"/>
        </dgm:presLayoutVars>
      </dgm:prSet>
      <dgm:spPr/>
    </dgm:pt>
    <dgm:pt modelId="{7174476A-C11D-2B4A-BDCD-F55913B660F4}" type="pres">
      <dgm:prSet presAssocID="{9575EA9B-C86F-43FE-BBFF-B136DFC95CEF}" presName="Name13" presStyleLbl="parChTrans1D2" presStyleIdx="16" presStyleCnt="23"/>
      <dgm:spPr/>
    </dgm:pt>
    <dgm:pt modelId="{8A6BD034-4273-D34D-8FA5-66456CAA814E}" type="pres">
      <dgm:prSet presAssocID="{EFE8849E-8666-4104-886B-3EA5FF712B33}" presName="childText" presStyleLbl="bgAcc1" presStyleIdx="16" presStyleCnt="23" custScaleX="124467">
        <dgm:presLayoutVars>
          <dgm:bulletEnabled val="1"/>
        </dgm:presLayoutVars>
      </dgm:prSet>
      <dgm:spPr/>
    </dgm:pt>
    <dgm:pt modelId="{8FB877A5-2FAF-D540-A55F-A7E6C4C5737D}" type="pres">
      <dgm:prSet presAssocID="{15DBEBE1-39C7-45F6-90DA-A0EDF6448A6D}" presName="root" presStyleCnt="0"/>
      <dgm:spPr/>
    </dgm:pt>
    <dgm:pt modelId="{68A9C6F6-237A-3C44-B87A-3A7D18ECE966}" type="pres">
      <dgm:prSet presAssocID="{15DBEBE1-39C7-45F6-90DA-A0EDF6448A6D}" presName="rootComposite" presStyleCnt="0"/>
      <dgm:spPr/>
    </dgm:pt>
    <dgm:pt modelId="{A46EDAB4-B8AF-D842-9EAC-E1251D50A7E9}" type="pres">
      <dgm:prSet presAssocID="{15DBEBE1-39C7-45F6-90DA-A0EDF6448A6D}" presName="rootText" presStyleLbl="node1" presStyleIdx="7" presStyleCnt="10"/>
      <dgm:spPr/>
    </dgm:pt>
    <dgm:pt modelId="{3A25039E-4268-E346-8995-3A61291BD95B}" type="pres">
      <dgm:prSet presAssocID="{15DBEBE1-39C7-45F6-90DA-A0EDF6448A6D}" presName="rootConnector" presStyleLbl="node1" presStyleIdx="7" presStyleCnt="10"/>
      <dgm:spPr/>
    </dgm:pt>
    <dgm:pt modelId="{2042DCC0-8D0D-FC40-8798-5686B00B4F2B}" type="pres">
      <dgm:prSet presAssocID="{15DBEBE1-39C7-45F6-90DA-A0EDF6448A6D}" presName="childShape" presStyleCnt="0"/>
      <dgm:spPr/>
    </dgm:pt>
    <dgm:pt modelId="{8EF528A2-2566-A843-9F03-936E6F05EC87}" type="pres">
      <dgm:prSet presAssocID="{03216820-F3B8-4A47-8958-09C487287A12}" presName="Name13" presStyleLbl="parChTrans1D2" presStyleIdx="17" presStyleCnt="23"/>
      <dgm:spPr/>
    </dgm:pt>
    <dgm:pt modelId="{5764A5A1-0860-F34F-ABF3-8F942AD3DD41}" type="pres">
      <dgm:prSet presAssocID="{62B9DFA7-C7A3-4D65-A730-41C91CC60D4B}" presName="childText" presStyleLbl="bgAcc1" presStyleIdx="17" presStyleCnt="23">
        <dgm:presLayoutVars>
          <dgm:bulletEnabled val="1"/>
        </dgm:presLayoutVars>
      </dgm:prSet>
      <dgm:spPr/>
    </dgm:pt>
    <dgm:pt modelId="{8C503BF7-3B49-DE41-84C3-28B7AE9ADD1A}" type="pres">
      <dgm:prSet presAssocID="{245734B4-A85F-481F-A814-ED8B02A07A56}" presName="Name13" presStyleLbl="parChTrans1D2" presStyleIdx="18" presStyleCnt="23"/>
      <dgm:spPr/>
    </dgm:pt>
    <dgm:pt modelId="{47191024-8BC2-364E-8192-55C1FEDD69F0}" type="pres">
      <dgm:prSet presAssocID="{AEBAD976-96B4-491A-A1B1-27795D25862C}" presName="childText" presStyleLbl="bgAcc1" presStyleIdx="18" presStyleCnt="23">
        <dgm:presLayoutVars>
          <dgm:bulletEnabled val="1"/>
        </dgm:presLayoutVars>
      </dgm:prSet>
      <dgm:spPr/>
    </dgm:pt>
    <dgm:pt modelId="{3D0DA7F9-94D6-B240-A6BD-2EDB13F1B1D4}" type="pres">
      <dgm:prSet presAssocID="{CB43878B-17C5-428E-83C8-974C28DD8681}" presName="root" presStyleCnt="0"/>
      <dgm:spPr/>
    </dgm:pt>
    <dgm:pt modelId="{20DF6CED-12EB-1A45-A8C6-59284C238DB6}" type="pres">
      <dgm:prSet presAssocID="{CB43878B-17C5-428E-83C8-974C28DD8681}" presName="rootComposite" presStyleCnt="0"/>
      <dgm:spPr/>
    </dgm:pt>
    <dgm:pt modelId="{F8F28DA6-2AAC-E241-B792-573A6571AED3}" type="pres">
      <dgm:prSet presAssocID="{CB43878B-17C5-428E-83C8-974C28DD8681}" presName="rootText" presStyleLbl="node1" presStyleIdx="8" presStyleCnt="10"/>
      <dgm:spPr/>
    </dgm:pt>
    <dgm:pt modelId="{C77C5DED-8E1D-0D44-8FB9-5C558B37E21E}" type="pres">
      <dgm:prSet presAssocID="{CB43878B-17C5-428E-83C8-974C28DD8681}" presName="rootConnector" presStyleLbl="node1" presStyleIdx="8" presStyleCnt="10"/>
      <dgm:spPr/>
    </dgm:pt>
    <dgm:pt modelId="{9ED127D0-DFA0-4B45-96F3-12DB22DB5B99}" type="pres">
      <dgm:prSet presAssocID="{CB43878B-17C5-428E-83C8-974C28DD8681}" presName="childShape" presStyleCnt="0"/>
      <dgm:spPr/>
    </dgm:pt>
    <dgm:pt modelId="{24822608-4437-E74D-875B-63A5F02E4DB3}" type="pres">
      <dgm:prSet presAssocID="{F11E0769-18BE-4683-88CE-04753E828590}" presName="Name13" presStyleLbl="parChTrans1D2" presStyleIdx="19" presStyleCnt="23"/>
      <dgm:spPr/>
    </dgm:pt>
    <dgm:pt modelId="{62B10C4C-2C02-034D-B3C4-332DF45411F2}" type="pres">
      <dgm:prSet presAssocID="{F21DC5FF-5FA2-4EB2-B91C-7557E5A5DE5E}" presName="childText" presStyleLbl="bgAcc1" presStyleIdx="19" presStyleCnt="23" custScaleX="135045">
        <dgm:presLayoutVars>
          <dgm:bulletEnabled val="1"/>
        </dgm:presLayoutVars>
      </dgm:prSet>
      <dgm:spPr/>
    </dgm:pt>
    <dgm:pt modelId="{3E079105-A928-6644-BCDF-4633664A6BF6}" type="pres">
      <dgm:prSet presAssocID="{87009205-BF02-4C0A-9695-E37FEE83E471}" presName="Name13" presStyleLbl="parChTrans1D2" presStyleIdx="20" presStyleCnt="23"/>
      <dgm:spPr/>
    </dgm:pt>
    <dgm:pt modelId="{D53EB733-5C69-964D-B6CE-7A6680EC8F4E}" type="pres">
      <dgm:prSet presAssocID="{9AEA6EF7-6BEC-473B-9B6F-357E0AF51F27}" presName="childText" presStyleLbl="bgAcc1" presStyleIdx="20" presStyleCnt="23" custScaleX="141035">
        <dgm:presLayoutVars>
          <dgm:bulletEnabled val="1"/>
        </dgm:presLayoutVars>
      </dgm:prSet>
      <dgm:spPr/>
    </dgm:pt>
    <dgm:pt modelId="{03CAE361-1423-2440-9F7E-E16F8A4E2EB7}" type="pres">
      <dgm:prSet presAssocID="{113E5D9E-C2FE-4DDE-A717-982D0D6DCCD0}" presName="root" presStyleCnt="0"/>
      <dgm:spPr/>
    </dgm:pt>
    <dgm:pt modelId="{0F3743F2-88A1-3340-B9BC-5B93DA7EB8CA}" type="pres">
      <dgm:prSet presAssocID="{113E5D9E-C2FE-4DDE-A717-982D0D6DCCD0}" presName="rootComposite" presStyleCnt="0"/>
      <dgm:spPr/>
    </dgm:pt>
    <dgm:pt modelId="{0EFFDEDE-4161-DD44-A1CE-0961E045CE28}" type="pres">
      <dgm:prSet presAssocID="{113E5D9E-C2FE-4DDE-A717-982D0D6DCCD0}" presName="rootText" presStyleLbl="node1" presStyleIdx="9" presStyleCnt="10"/>
      <dgm:spPr/>
    </dgm:pt>
    <dgm:pt modelId="{C545EDBF-0366-CE48-9A0F-7BEE619B27DD}" type="pres">
      <dgm:prSet presAssocID="{113E5D9E-C2FE-4DDE-A717-982D0D6DCCD0}" presName="rootConnector" presStyleLbl="node1" presStyleIdx="9" presStyleCnt="10"/>
      <dgm:spPr/>
    </dgm:pt>
    <dgm:pt modelId="{1897366C-7612-3E43-A356-0DEF6B8FE96A}" type="pres">
      <dgm:prSet presAssocID="{113E5D9E-C2FE-4DDE-A717-982D0D6DCCD0}" presName="childShape" presStyleCnt="0"/>
      <dgm:spPr/>
    </dgm:pt>
    <dgm:pt modelId="{B7E43B84-BBC2-4D47-B8BF-1C5F324BD61B}" type="pres">
      <dgm:prSet presAssocID="{BC63F27E-5432-4A06-9292-59763B939694}" presName="Name13" presStyleLbl="parChTrans1D2" presStyleIdx="21" presStyleCnt="23"/>
      <dgm:spPr/>
    </dgm:pt>
    <dgm:pt modelId="{9EE05461-F0F0-EE43-9635-8726C0BD6F35}" type="pres">
      <dgm:prSet presAssocID="{617B1F66-2362-40BF-84CD-F161D369AF12}" presName="childText" presStyleLbl="bgAcc1" presStyleIdx="21" presStyleCnt="23" custScaleX="139461">
        <dgm:presLayoutVars>
          <dgm:bulletEnabled val="1"/>
        </dgm:presLayoutVars>
      </dgm:prSet>
      <dgm:spPr/>
    </dgm:pt>
    <dgm:pt modelId="{9B57E2B6-43E4-FF43-88E3-96EFBEFE898E}" type="pres">
      <dgm:prSet presAssocID="{93414F3A-ED83-4E1F-8906-63C5673B8800}" presName="Name13" presStyleLbl="parChTrans1D2" presStyleIdx="22" presStyleCnt="23"/>
      <dgm:spPr/>
    </dgm:pt>
    <dgm:pt modelId="{F24BADFC-70CA-DC44-A456-A1416C7AB9C8}" type="pres">
      <dgm:prSet presAssocID="{9DE7C9A8-445F-4744-AA01-A7FFD62CF610}" presName="childText" presStyleLbl="bgAcc1" presStyleIdx="22" presStyleCnt="23" custScaleX="127344">
        <dgm:presLayoutVars>
          <dgm:bulletEnabled val="1"/>
        </dgm:presLayoutVars>
      </dgm:prSet>
      <dgm:spPr/>
    </dgm:pt>
  </dgm:ptLst>
  <dgm:cxnLst>
    <dgm:cxn modelId="{BB9FE403-0050-3547-BF57-2FC87BB7E18C}" type="presOf" srcId="{2FE00239-E74A-428C-87C6-B6F3FA75795C}" destId="{400057EA-9160-4F48-BB6F-4D3EF386775A}" srcOrd="0" destOrd="0" presId="urn:microsoft.com/office/officeart/2005/8/layout/hierarchy3"/>
    <dgm:cxn modelId="{6944F605-6A60-EF43-A6EC-DA2CDA1608C2}" type="presOf" srcId="{B2722431-A5E5-43EC-8CE2-005A1543B353}" destId="{610ACE92-1C66-874F-BD09-BF368E760F2A}" srcOrd="0" destOrd="0" presId="urn:microsoft.com/office/officeart/2005/8/layout/hierarchy3"/>
    <dgm:cxn modelId="{D93E060A-549E-44D3-B68D-82FAE3F4427D}" srcId="{4CA4EFE4-AD2C-4A11-95C0-E7862FF6E1C3}" destId="{6D1E7166-55B6-4A51-BBBE-EE6A3E0CC62F}" srcOrd="1" destOrd="0" parTransId="{E6B66638-D0E0-4367-904B-2ECC6D5EEB8C}" sibTransId="{DC68814C-5974-4E11-B433-6C1668DDD566}"/>
    <dgm:cxn modelId="{1478330B-B601-4B29-AFC9-FB10AD962579}" srcId="{03B793DB-824E-4A80-9CF8-7C4156E52E94}" destId="{9E8FF4DF-1B69-4F4F-A2D9-21B29F0CD1EB}" srcOrd="1" destOrd="0" parTransId="{F3425FEB-8E47-44AF-8082-E80F023E4937}" sibTransId="{C65AAE8E-7E3C-4F79-95C0-AF7569D7FFF4}"/>
    <dgm:cxn modelId="{12659C0E-3324-6A47-A1CD-D11CE55198C5}" type="presOf" srcId="{72C7FD28-7099-4E11-869A-8216387C0645}" destId="{9175875E-55E4-7441-8847-6B20A48150AC}" srcOrd="0" destOrd="0" presId="urn:microsoft.com/office/officeart/2005/8/layout/hierarchy3"/>
    <dgm:cxn modelId="{C6FD060F-0538-8E48-92AB-FE2E23DDB5F8}" type="presOf" srcId="{CB43878B-17C5-428E-83C8-974C28DD8681}" destId="{C77C5DED-8E1D-0D44-8FB9-5C558B37E21E}" srcOrd="1" destOrd="0" presId="urn:microsoft.com/office/officeart/2005/8/layout/hierarchy3"/>
    <dgm:cxn modelId="{794EA316-5EA3-5E42-9AFE-BFD5B924E759}" type="presOf" srcId="{68315C94-261F-44E3-9A1F-5291ABEA5A38}" destId="{19378B34-C9BE-8B45-A5B0-779C4BBBD696}" srcOrd="0" destOrd="0" presId="urn:microsoft.com/office/officeart/2005/8/layout/hierarchy3"/>
    <dgm:cxn modelId="{4B4DC81B-9245-664B-AD6A-83A89331B891}" type="presOf" srcId="{D5E2D0D9-2C2D-4782-B88D-7BDBF881B998}" destId="{FA561E9D-FC6C-5240-9985-6815BB9E6C3C}" srcOrd="0" destOrd="0" presId="urn:microsoft.com/office/officeart/2005/8/layout/hierarchy3"/>
    <dgm:cxn modelId="{3D03701C-7820-C94F-97A7-8EEFB2C8489A}" type="presOf" srcId="{1EFC4290-8390-4AAA-845F-9E6A00A55776}" destId="{0F4B8760-BFD9-F948-B929-563E11A624E3}" srcOrd="0" destOrd="0" presId="urn:microsoft.com/office/officeart/2005/8/layout/hierarchy3"/>
    <dgm:cxn modelId="{6A260623-C0F0-7F4F-9350-15FA3D49D6B5}" type="presOf" srcId="{CCE7F211-1146-4006-B022-5901635D6322}" destId="{4F5508C6-DB68-084B-98C3-96C866716249}" srcOrd="0" destOrd="0" presId="urn:microsoft.com/office/officeart/2005/8/layout/hierarchy3"/>
    <dgm:cxn modelId="{CE9ED92A-1A87-43B9-A4B3-0F2A25D1A0D2}" srcId="{15DBEBE1-39C7-45F6-90DA-A0EDF6448A6D}" destId="{62B9DFA7-C7A3-4D65-A730-41C91CC60D4B}" srcOrd="0" destOrd="0" parTransId="{03216820-F3B8-4A47-8958-09C487287A12}" sibTransId="{5F9ECAD7-5AAF-4FA9-A7CF-9C2E17E46F54}"/>
    <dgm:cxn modelId="{94CD822E-0C5F-424C-9227-E64C85E365DC}" type="presOf" srcId="{F11E0769-18BE-4683-88CE-04753E828590}" destId="{24822608-4437-E74D-875B-63A5F02E4DB3}" srcOrd="0" destOrd="0" presId="urn:microsoft.com/office/officeart/2005/8/layout/hierarchy3"/>
    <dgm:cxn modelId="{6BF70231-CEBD-4FFD-B9AE-A6D424EF07A4}" srcId="{CCE7F211-1146-4006-B022-5901635D6322}" destId="{CE25697F-8366-464B-8D65-C8523D0DAACB}" srcOrd="1" destOrd="0" parTransId="{D5E2D0D9-2C2D-4782-B88D-7BDBF881B998}" sibTransId="{EB15C268-A865-41E2-8B8C-998C250184E6}"/>
    <dgm:cxn modelId="{DB9F7132-AAB6-4927-8084-3D049FFFBD92}" srcId="{6D1E7166-55B6-4A51-BBBE-EE6A3E0CC62F}" destId="{4F543182-7459-4A08-AABE-1AB8BEB77B2B}" srcOrd="0" destOrd="0" parTransId="{578C2E60-49BD-40CC-A05F-A4926B0A4983}" sibTransId="{99606352-16CE-480C-8825-3AEAE04E271B}"/>
    <dgm:cxn modelId="{00390735-EE98-6649-A98A-2308B840F941}" type="presOf" srcId="{BB995EA9-13FC-4BE2-8AC5-A6C8170DA30A}" destId="{EF8476FC-A0C6-D147-9857-383FA21A7999}" srcOrd="0" destOrd="0" presId="urn:microsoft.com/office/officeart/2005/8/layout/hierarchy3"/>
    <dgm:cxn modelId="{88653235-24AF-E643-BB47-558AB94643DE}" type="presOf" srcId="{9AEA6EF7-6BEC-473B-9B6F-357E0AF51F27}" destId="{D53EB733-5C69-964D-B6CE-7A6680EC8F4E}" srcOrd="0" destOrd="0" presId="urn:microsoft.com/office/officeart/2005/8/layout/hierarchy3"/>
    <dgm:cxn modelId="{F5B7ED3A-1BA6-7A44-95FD-7C2CCA199EE5}" type="presOf" srcId="{578C2E60-49BD-40CC-A05F-A4926B0A4983}" destId="{E8EA6E89-35CC-DA48-AF12-BB250AFEBC03}" srcOrd="0" destOrd="0" presId="urn:microsoft.com/office/officeart/2005/8/layout/hierarchy3"/>
    <dgm:cxn modelId="{AB73C542-5620-E148-8199-85F774A34F37}" type="presOf" srcId="{15DBEBE1-39C7-45F6-90DA-A0EDF6448A6D}" destId="{A46EDAB4-B8AF-D842-9EAC-E1251D50A7E9}" srcOrd="0" destOrd="0" presId="urn:microsoft.com/office/officeart/2005/8/layout/hierarchy3"/>
    <dgm:cxn modelId="{53945B45-9F83-4ABD-8BEC-FB9D1F31A142}" srcId="{4CA4EFE4-AD2C-4A11-95C0-E7862FF6E1C3}" destId="{CB43878B-17C5-428E-83C8-974C28DD8681}" srcOrd="8" destOrd="0" parTransId="{1C7403BF-8C9D-48C2-86D0-E80C33C94D7B}" sibTransId="{BD05F905-14EB-4AE3-B4BD-455D8C96BBBD}"/>
    <dgm:cxn modelId="{644C1A48-9BDF-2D49-80F9-86A43F0D6984}" type="presOf" srcId="{6D1E7166-55B6-4A51-BBBE-EE6A3E0CC62F}" destId="{426A26C0-9BC4-6749-9813-F76C4435CE85}" srcOrd="0" destOrd="0" presId="urn:microsoft.com/office/officeart/2005/8/layout/hierarchy3"/>
    <dgm:cxn modelId="{BAC2F94C-60D1-1B45-9137-8A3C32CA626F}" type="presOf" srcId="{9DE7C9A8-445F-4744-AA01-A7FFD62CF610}" destId="{F24BADFC-70CA-DC44-A456-A1416C7AB9C8}" srcOrd="0" destOrd="0" presId="urn:microsoft.com/office/officeart/2005/8/layout/hierarchy3"/>
    <dgm:cxn modelId="{E872204F-E8C1-0B4F-B3E4-082AE3B3918D}" type="presOf" srcId="{9575EA9B-C86F-43FE-BBFF-B136DFC95CEF}" destId="{7174476A-C11D-2B4A-BDCD-F55913B660F4}" srcOrd="0" destOrd="0" presId="urn:microsoft.com/office/officeart/2005/8/layout/hierarchy3"/>
    <dgm:cxn modelId="{774ABA50-1C82-1448-BA14-6EE3375AAC3D}" type="presOf" srcId="{245734B4-A85F-481F-A814-ED8B02A07A56}" destId="{8C503BF7-3B49-DE41-84C3-28B7AE9ADD1A}" srcOrd="0" destOrd="0" presId="urn:microsoft.com/office/officeart/2005/8/layout/hierarchy3"/>
    <dgm:cxn modelId="{7277B652-A011-CB4D-9F7E-CEF93ACD718D}" type="presOf" srcId="{2EDB3155-2E8F-42E9-9874-747304497E87}" destId="{9A212818-5ABB-724F-BEF4-E48926EF0BD1}" srcOrd="1" destOrd="0" presId="urn:microsoft.com/office/officeart/2005/8/layout/hierarchy3"/>
    <dgm:cxn modelId="{80B2F853-9F8F-DA47-8179-D0D47FBAA49A}" type="presOf" srcId="{113E5D9E-C2FE-4DDE-A717-982D0D6DCCD0}" destId="{C545EDBF-0366-CE48-9A0F-7BEE619B27DD}" srcOrd="1" destOrd="0" presId="urn:microsoft.com/office/officeart/2005/8/layout/hierarchy3"/>
    <dgm:cxn modelId="{1C0AB854-16FE-A146-A5A5-89E6553BB1ED}" type="presOf" srcId="{BB995EA9-13FC-4BE2-8AC5-A6C8170DA30A}" destId="{87E714E6-B685-EB46-B75D-2403294D4499}" srcOrd="1" destOrd="0" presId="urn:microsoft.com/office/officeart/2005/8/layout/hierarchy3"/>
    <dgm:cxn modelId="{6AFA6255-50E1-415C-B0D3-D8D98D190AA6}" srcId="{2EDB3155-2E8F-42E9-9874-747304497E87}" destId="{72C7FD28-7099-4E11-869A-8216387C0645}" srcOrd="4" destOrd="0" parTransId="{B64FF5DC-0AEE-450F-9926-EAB2B42758F1}" sibTransId="{3F0D64B0-D704-4116-948B-B0BE0A3665A3}"/>
    <dgm:cxn modelId="{32EE6955-A3C1-4341-BD81-A504B60DB883}" srcId="{14156D34-A754-4D78-AE02-28AFECCBA64A}" destId="{EFE8849E-8666-4104-886B-3EA5FF712B33}" srcOrd="1" destOrd="0" parTransId="{9575EA9B-C86F-43FE-BBFF-B136DFC95CEF}" sibTransId="{3D7933F4-8113-4DE0-A3AC-E4D4D2C15B42}"/>
    <dgm:cxn modelId="{7C853157-7F4B-C142-AE6F-A53B42C30626}" type="presOf" srcId="{D3A22BBD-D0DC-4FD3-9A02-FA164095E25C}" destId="{D90288E9-F32C-0F4B-B2C2-318DC0C49E72}" srcOrd="0" destOrd="0" presId="urn:microsoft.com/office/officeart/2005/8/layout/hierarchy3"/>
    <dgm:cxn modelId="{2A931358-1E12-E149-AE78-A704E96F3E8D}" type="presOf" srcId="{6D1E7166-55B6-4A51-BBBE-EE6A3E0CC62F}" destId="{3E80EF42-97E0-2740-BED9-3CEA54E1AE61}" srcOrd="1" destOrd="0" presId="urn:microsoft.com/office/officeart/2005/8/layout/hierarchy3"/>
    <dgm:cxn modelId="{B65F2359-AB4A-5B44-8CE5-2F3A24A7FC5A}" type="presOf" srcId="{1D47ED78-A139-4C09-BFD3-8989B17E6ED0}" destId="{2EB7A5B6-EA88-3C48-8C99-5BC7E7BF7949}" srcOrd="0" destOrd="0" presId="urn:microsoft.com/office/officeart/2005/8/layout/hierarchy3"/>
    <dgm:cxn modelId="{A64F7259-80F2-4463-9AEB-71AAF2FEA7D0}" srcId="{03B793DB-824E-4A80-9CF8-7C4156E52E94}" destId="{38544717-68E5-4A29-8F8F-DB586EE2F01C}" srcOrd="0" destOrd="0" parTransId="{81CBC3A7-C5DD-4376-84D6-A7676CBA42B2}" sibTransId="{39746457-18AE-438D-9F00-E76E5612F5E7}"/>
    <dgm:cxn modelId="{016BEF5B-9148-5940-A5A3-625A83572B13}" type="presOf" srcId="{F21DC5FF-5FA2-4EB2-B91C-7557E5A5DE5E}" destId="{62B10C4C-2C02-034D-B3C4-332DF45411F2}" srcOrd="0" destOrd="0" presId="urn:microsoft.com/office/officeart/2005/8/layout/hierarchy3"/>
    <dgm:cxn modelId="{6447A85E-E0EE-2649-8A7C-C0EF01C7270B}" type="presOf" srcId="{BB2C16E8-A032-43EE-B8D3-75469F2C67FD}" destId="{8C1EDDD1-55E0-464F-86D4-A58BACE0E5FB}" srcOrd="1" destOrd="0" presId="urn:microsoft.com/office/officeart/2005/8/layout/hierarchy3"/>
    <dgm:cxn modelId="{E592615F-C1B9-6444-9C7E-E022E3CD25AB}" type="presOf" srcId="{AEBDEC48-A29B-4ECD-B357-4033AAC72D82}" destId="{4E185C81-5D39-1F4B-9012-5B1EAC1E95C7}" srcOrd="0" destOrd="0" presId="urn:microsoft.com/office/officeart/2005/8/layout/hierarchy3"/>
    <dgm:cxn modelId="{04C41E62-0D42-1A44-8EDF-7283306E8F12}" type="presOf" srcId="{12AE16C0-41AD-4928-915F-9643EAFF2944}" destId="{1097C38B-C10A-6045-ABC8-3C2DE85ED91F}" srcOrd="0" destOrd="0" presId="urn:microsoft.com/office/officeart/2005/8/layout/hierarchy3"/>
    <dgm:cxn modelId="{06432662-156D-3E41-BADF-609D9D4A91E1}" type="presOf" srcId="{CCE7F211-1146-4006-B022-5901635D6322}" destId="{8607A41B-7F80-A94D-8670-E46052150598}" srcOrd="1" destOrd="0" presId="urn:microsoft.com/office/officeart/2005/8/layout/hierarchy3"/>
    <dgm:cxn modelId="{C0550B65-25E5-CE4E-86D2-90E031D2706F}" type="presOf" srcId="{14156D34-A754-4D78-AE02-28AFECCBA64A}" destId="{62D0B227-3E7B-EB4C-A768-8F793C5FA343}" srcOrd="0" destOrd="0" presId="urn:microsoft.com/office/officeart/2005/8/layout/hierarchy3"/>
    <dgm:cxn modelId="{D025CB66-DF75-594A-984E-984E6451D9F3}" type="presOf" srcId="{113E5D9E-C2FE-4DDE-A717-982D0D6DCCD0}" destId="{0EFFDEDE-4161-DD44-A1CE-0961E045CE28}" srcOrd="0" destOrd="0" presId="urn:microsoft.com/office/officeart/2005/8/layout/hierarchy3"/>
    <dgm:cxn modelId="{D9BFD867-14D0-4460-886F-47A58488BCEE}" srcId="{14156D34-A754-4D78-AE02-28AFECCBA64A}" destId="{511800EE-11F0-4207-BA45-9B73C7F4B3FD}" srcOrd="0" destOrd="0" parTransId="{CBD816B1-24E0-4919-82DF-FE5061CF2AEA}" sibTransId="{CA4EFE0D-C4A8-433A-8DC1-BE1A682CEAE0}"/>
    <dgm:cxn modelId="{2BE9166D-95B8-A243-A6C6-A50851BC60CA}" type="presOf" srcId="{AC2C9ECF-7F32-4ED5-A32C-9D27E7B237B2}" destId="{0B5E27DC-FF36-1246-8F7F-849EBA8B81EC}" srcOrd="0" destOrd="0" presId="urn:microsoft.com/office/officeart/2005/8/layout/hierarchy3"/>
    <dgm:cxn modelId="{44AED96E-EA38-4201-90CF-6C791DA20B7E}" srcId="{4CA4EFE4-AD2C-4A11-95C0-E7862FF6E1C3}" destId="{14156D34-A754-4D78-AE02-28AFECCBA64A}" srcOrd="6" destOrd="0" parTransId="{3DBEB86F-B448-4033-83FC-961E5E1433BD}" sibTransId="{CC40BA03-EB09-4F7D-A145-F022AE2EADD6}"/>
    <dgm:cxn modelId="{5765326F-3258-4636-9EE7-BF7BF1C334BC}" srcId="{113E5D9E-C2FE-4DDE-A717-982D0D6DCCD0}" destId="{9DE7C9A8-445F-4744-AA01-A7FFD62CF610}" srcOrd="1" destOrd="0" parTransId="{93414F3A-ED83-4E1F-8906-63C5673B8800}" sibTransId="{9D8166DD-3963-4EAE-AB05-F8C96521AA82}"/>
    <dgm:cxn modelId="{B9817370-94AD-5A48-83D8-73BDB054B1E8}" type="presOf" srcId="{93414F3A-ED83-4E1F-8906-63C5673B8800}" destId="{9B57E2B6-43E4-FF43-88E3-96EFBEFE898E}" srcOrd="0" destOrd="0" presId="urn:microsoft.com/office/officeart/2005/8/layout/hierarchy3"/>
    <dgm:cxn modelId="{76D4B170-D30E-CA42-8B3B-AF080B8635DF}" type="presOf" srcId="{52F5B45E-0F22-4EAB-B935-107912E43800}" destId="{F2606F3F-B01C-4D4C-9029-D22D55B4484B}" srcOrd="0" destOrd="0" presId="urn:microsoft.com/office/officeart/2005/8/layout/hierarchy3"/>
    <dgm:cxn modelId="{D7A50376-ED3A-7A4C-8BA8-E6E0688CF87C}" type="presOf" srcId="{B64FF5DC-0AEE-450F-9926-EAB2B42758F1}" destId="{110E67B0-4434-CC48-8B12-D2049BA6794F}" srcOrd="0" destOrd="0" presId="urn:microsoft.com/office/officeart/2005/8/layout/hierarchy3"/>
    <dgm:cxn modelId="{F316A577-1AF2-F949-9C5D-BB58B88CD56B}" type="presOf" srcId="{4F543182-7459-4A08-AABE-1AB8BEB77B2B}" destId="{BDBD251F-ACE7-0142-A51F-A9F3495461E7}" srcOrd="0" destOrd="0" presId="urn:microsoft.com/office/officeart/2005/8/layout/hierarchy3"/>
    <dgm:cxn modelId="{5DA1067C-CE5E-4E63-BF64-0319600C19D4}" srcId="{113E5D9E-C2FE-4DDE-A717-982D0D6DCCD0}" destId="{617B1F66-2362-40BF-84CD-F161D369AF12}" srcOrd="0" destOrd="0" parTransId="{BC63F27E-5432-4A06-9292-59763B939694}" sibTransId="{EEC65334-E188-4938-9656-922E58D734CF}"/>
    <dgm:cxn modelId="{407E907D-85DC-D444-8D43-DF93325D7B3F}" type="presOf" srcId="{15DBEBE1-39C7-45F6-90DA-A0EDF6448A6D}" destId="{3A25039E-4268-E346-8995-3A61291BD95B}" srcOrd="1" destOrd="0" presId="urn:microsoft.com/office/officeart/2005/8/layout/hierarchy3"/>
    <dgm:cxn modelId="{B38F917E-370F-124A-89A9-99F5D25C78F2}" type="presOf" srcId="{03216820-F3B8-4A47-8958-09C487287A12}" destId="{8EF528A2-2566-A843-9F03-936E6F05EC87}" srcOrd="0" destOrd="0" presId="urn:microsoft.com/office/officeart/2005/8/layout/hierarchy3"/>
    <dgm:cxn modelId="{D11F277F-6E6F-4881-88F0-770500A55BC0}" srcId="{2EDB3155-2E8F-42E9-9874-747304497E87}" destId="{D3A22BBD-D0DC-4FD3-9A02-FA164095E25C}" srcOrd="2" destOrd="0" parTransId="{2FE00239-E74A-428C-87C6-B6F3FA75795C}" sibTransId="{4A88C6B7-64C6-4B36-A749-2CBD06D90017}"/>
    <dgm:cxn modelId="{CE997F81-3187-E44A-A2FA-A9B57BD6D5BB}" type="presOf" srcId="{42B07063-3DF8-419C-9AA0-27ADEA482152}" destId="{B04D7B72-975A-E743-BFA9-AD7B55126E78}" srcOrd="0" destOrd="0" presId="urn:microsoft.com/office/officeart/2005/8/layout/hierarchy3"/>
    <dgm:cxn modelId="{0CF5E487-A866-2F47-9196-DBC13D66FF93}" type="presOf" srcId="{CB43878B-17C5-428E-83C8-974C28DD8681}" destId="{F8F28DA6-2AAC-E241-B792-573A6571AED3}" srcOrd="0" destOrd="0" presId="urn:microsoft.com/office/officeart/2005/8/layout/hierarchy3"/>
    <dgm:cxn modelId="{C19B0389-7C6C-4B75-96EC-F5DFCC5D48FD}" srcId="{4CA4EFE4-AD2C-4A11-95C0-E7862FF6E1C3}" destId="{BB2C16E8-A032-43EE-B8D3-75469F2C67FD}" srcOrd="3" destOrd="0" parTransId="{8F33B8EF-93DA-4C13-9471-02D360DB1E48}" sibTransId="{2AF15AFF-0A21-440C-B0BA-A3A642BFD644}"/>
    <dgm:cxn modelId="{F26D7B8A-4397-B64F-917A-43EE78918C5D}" type="presOf" srcId="{81CBC3A7-C5DD-4376-84D6-A7676CBA42B2}" destId="{4592DB88-B9F5-3E4F-8961-66FF0F69A69F}" srcOrd="0" destOrd="0" presId="urn:microsoft.com/office/officeart/2005/8/layout/hierarchy3"/>
    <dgm:cxn modelId="{C2F84391-3587-3240-9F6C-64665C9D2F0A}" type="presOf" srcId="{38544717-68E5-4A29-8F8F-DB586EE2F01C}" destId="{C286DB2E-FA12-4C4F-BAE4-9AA035DB002F}" srcOrd="0" destOrd="0" presId="urn:microsoft.com/office/officeart/2005/8/layout/hierarchy3"/>
    <dgm:cxn modelId="{842E4492-824F-E148-92B6-42964D93C842}" type="presOf" srcId="{004ABBAF-DE6F-423E-8D1C-41264A96B9EB}" destId="{3C7EEC0D-DF79-1746-AA01-0DCCC443845E}" srcOrd="0" destOrd="0" presId="urn:microsoft.com/office/officeart/2005/8/layout/hierarchy3"/>
    <dgm:cxn modelId="{72900594-E00C-4700-95C4-F77EF520EAB9}" srcId="{4CA4EFE4-AD2C-4A11-95C0-E7862FF6E1C3}" destId="{113E5D9E-C2FE-4DDE-A717-982D0D6DCCD0}" srcOrd="9" destOrd="0" parTransId="{69B26841-269A-4469-8D02-5E798BDA24B6}" sibTransId="{F790A074-EB19-4748-93BA-983C677D57B9}"/>
    <dgm:cxn modelId="{BCBA3C94-ABCE-984E-9881-E747BA27C2C8}" type="presOf" srcId="{EFE8849E-8666-4104-886B-3EA5FF712B33}" destId="{8A6BD034-4273-D34D-8FA5-66456CAA814E}" srcOrd="0" destOrd="0" presId="urn:microsoft.com/office/officeart/2005/8/layout/hierarchy3"/>
    <dgm:cxn modelId="{C342C995-3D39-4471-B958-7C874E61731E}" srcId="{CB43878B-17C5-428E-83C8-974C28DD8681}" destId="{F21DC5FF-5FA2-4EB2-B91C-7557E5A5DE5E}" srcOrd="0" destOrd="0" parTransId="{F11E0769-18BE-4683-88CE-04753E828590}" sibTransId="{F96F3532-3895-4A93-8EA3-19544A4765A9}"/>
    <dgm:cxn modelId="{1E6BBF97-E7D5-4732-A3F8-0F3399CD6F28}" srcId="{4CA4EFE4-AD2C-4A11-95C0-E7862FF6E1C3}" destId="{BB995EA9-13FC-4BE2-8AC5-A6C8170DA30A}" srcOrd="4" destOrd="0" parTransId="{50A15CF9-4F36-456B-8B13-EAB0B5B08076}" sibTransId="{11F304DB-0B71-473B-AE82-8AE39E0BEC4E}"/>
    <dgm:cxn modelId="{6230379D-3304-0748-87D5-1EF63651909F}" type="presOf" srcId="{87009205-BF02-4C0A-9695-E37FEE83E471}" destId="{3E079105-A928-6644-BCDF-4633664A6BF6}" srcOrd="0" destOrd="0" presId="urn:microsoft.com/office/officeart/2005/8/layout/hierarchy3"/>
    <dgm:cxn modelId="{0FE9B3A4-FF0A-3A45-8422-38F7DF792C37}" type="presOf" srcId="{8B0FE39B-D7AA-43B2-92F4-29A365330D71}" destId="{74DE9A6E-3EFE-BE48-8886-97F2FE277C7B}" srcOrd="0" destOrd="0" presId="urn:microsoft.com/office/officeart/2005/8/layout/hierarchy3"/>
    <dgm:cxn modelId="{5F8BF0A4-780C-40EC-AE3D-AEEE8397692D}" srcId="{15DBEBE1-39C7-45F6-90DA-A0EDF6448A6D}" destId="{AEBAD976-96B4-491A-A1B1-27795D25862C}" srcOrd="1" destOrd="0" parTransId="{245734B4-A85F-481F-A814-ED8B02A07A56}" sibTransId="{14BB89B7-EFD8-4671-B567-DCDB228668CC}"/>
    <dgm:cxn modelId="{8B7B7EA6-92AB-8141-A782-93522B0FCE89}" type="presOf" srcId="{CE25697F-8366-464B-8D65-C8523D0DAACB}" destId="{C1160572-B03A-2F43-A919-DF6625E5C611}" srcOrd="0" destOrd="0" presId="urn:microsoft.com/office/officeart/2005/8/layout/hierarchy3"/>
    <dgm:cxn modelId="{DDA317AA-7649-2240-B466-EBBC0746EAB5}" type="presOf" srcId="{BE23989E-24C3-43A7-B682-130DFA4D6B4A}" destId="{262FDD49-15B0-684C-B6ED-66A1652C0CA6}" srcOrd="0" destOrd="0" presId="urn:microsoft.com/office/officeart/2005/8/layout/hierarchy3"/>
    <dgm:cxn modelId="{DAD193AA-CF3B-6E48-B94D-CED683D3C172}" type="presOf" srcId="{511800EE-11F0-4207-BA45-9B73C7F4B3FD}" destId="{4E7DD1DB-1977-2B4B-8BCC-26F371614D5A}" srcOrd="0" destOrd="0" presId="urn:microsoft.com/office/officeart/2005/8/layout/hierarchy3"/>
    <dgm:cxn modelId="{DC5D37AC-2A68-4F47-85BE-42AA1373FAF6}" type="presOf" srcId="{2EDB3155-2E8F-42E9-9874-747304497E87}" destId="{C549E154-5D78-514B-8B1E-2FF5545878D0}" srcOrd="0" destOrd="0" presId="urn:microsoft.com/office/officeart/2005/8/layout/hierarchy3"/>
    <dgm:cxn modelId="{5B968BAE-EAF4-1F4D-AC78-EA1ADA7E40FB}" type="presOf" srcId="{BC63F27E-5432-4A06-9292-59763B939694}" destId="{B7E43B84-BBC2-4D47-B8BF-1C5F324BD61B}" srcOrd="0" destOrd="0" presId="urn:microsoft.com/office/officeart/2005/8/layout/hierarchy3"/>
    <dgm:cxn modelId="{E5E733B0-6230-AF4F-82A2-01FA537BEC65}" type="presOf" srcId="{FF4A5BDA-1842-4163-BE03-11E4521EB7B0}" destId="{C4472257-4F38-B242-85E8-F4ADAE96EEA6}" srcOrd="0" destOrd="0" presId="urn:microsoft.com/office/officeart/2005/8/layout/hierarchy3"/>
    <dgm:cxn modelId="{E259D3B1-CD69-EE4C-9542-E321D2AA470C}" type="presOf" srcId="{617B1F66-2362-40BF-84CD-F161D369AF12}" destId="{9EE05461-F0F0-EE43-9635-8726C0BD6F35}" srcOrd="0" destOrd="0" presId="urn:microsoft.com/office/officeart/2005/8/layout/hierarchy3"/>
    <dgm:cxn modelId="{8432A1B3-2E48-3D4E-95E6-EB5FFBFD4D6A}" type="presOf" srcId="{BB2C16E8-A032-43EE-B8D3-75469F2C67FD}" destId="{00BC82C5-0AC6-BF40-8D4F-C2DE580B6EF5}" srcOrd="0" destOrd="0" presId="urn:microsoft.com/office/officeart/2005/8/layout/hierarchy3"/>
    <dgm:cxn modelId="{144DA0B5-BD8A-4DA7-8F69-02A9A3C84B5D}" srcId="{2EDB3155-2E8F-42E9-9874-747304497E87}" destId="{42B07063-3DF8-419C-9AA0-27ADEA482152}" srcOrd="0" destOrd="0" parTransId="{8B0FE39B-D7AA-43B2-92F4-29A365330D71}" sibTransId="{093E1A68-F16A-4CEE-A65C-979D1F1E2B2B}"/>
    <dgm:cxn modelId="{9F6BB8B7-DD78-4F18-8DD3-DF8624005C2A}" srcId="{6D1E7166-55B6-4A51-BBBE-EE6A3E0CC62F}" destId="{68315C94-261F-44E3-9A1F-5291ABEA5A38}" srcOrd="1" destOrd="0" parTransId="{B2722431-A5E5-43EC-8CE2-005A1543B353}" sibTransId="{A4CDC92D-6B41-4472-A8A2-C6814A0D5B2B}"/>
    <dgm:cxn modelId="{777970BB-A3DB-416C-A3FC-01798350E643}" srcId="{4CA4EFE4-AD2C-4A11-95C0-E7862FF6E1C3}" destId="{03B793DB-824E-4A80-9CF8-7C4156E52E94}" srcOrd="5" destOrd="0" parTransId="{683E7F92-C193-42A2-BA0F-80B0792668F4}" sibTransId="{C2D6FD9A-49F3-471B-AAD6-96DB4A8488AF}"/>
    <dgm:cxn modelId="{3C9F08BC-E8A1-4021-A5E7-1EC9159314E6}" srcId="{BB995EA9-13FC-4BE2-8AC5-A6C8170DA30A}" destId="{FF4A5BDA-1842-4163-BE03-11E4521EB7B0}" srcOrd="0" destOrd="0" parTransId="{52F5B45E-0F22-4EAB-B935-107912E43800}" sibTransId="{76BED35E-8D5A-4CDF-BA39-BB5E54588184}"/>
    <dgm:cxn modelId="{E973A0C1-B646-DB4F-A2CC-67331F3CD67B}" type="presOf" srcId="{62B9DFA7-C7A3-4D65-A730-41C91CC60D4B}" destId="{5764A5A1-0860-F34F-ABF3-8F942AD3DD41}" srcOrd="0" destOrd="0" presId="urn:microsoft.com/office/officeart/2005/8/layout/hierarchy3"/>
    <dgm:cxn modelId="{24F031C5-FA3F-0C4C-BD32-F8091C32344F}" type="presOf" srcId="{6D1394C1-C1D5-4A25-9452-4E7A31DC5A07}" destId="{05A4E7A9-B87C-F74A-9ED0-5F2472D8795F}" srcOrd="0" destOrd="0" presId="urn:microsoft.com/office/officeart/2005/8/layout/hierarchy3"/>
    <dgm:cxn modelId="{6BD2D3C7-0FC2-9946-B624-CB35920FE14A}" type="presOf" srcId="{4CA4EFE4-AD2C-4A11-95C0-E7862FF6E1C3}" destId="{085BA694-9738-004B-8C8F-DD5CF1ED24F9}" srcOrd="0" destOrd="0" presId="urn:microsoft.com/office/officeart/2005/8/layout/hierarchy3"/>
    <dgm:cxn modelId="{ED1E2AC9-AF94-4CD6-89C0-8DA8FE229611}" srcId="{4CA4EFE4-AD2C-4A11-95C0-E7862FF6E1C3}" destId="{CCE7F211-1146-4006-B022-5901635D6322}" srcOrd="2" destOrd="0" parTransId="{5896F515-01FC-4508-A169-641DD990B3C6}" sibTransId="{099D5FCD-3AAD-432F-9A97-041795BD645D}"/>
    <dgm:cxn modelId="{564020CD-8102-7848-A0A7-8439968829C4}" type="presOf" srcId="{377B8BE1-083F-4E64-A934-CC90ADCC7E41}" destId="{A8147E1F-4FE2-CB4D-B6F4-E70F18504EC6}" srcOrd="0" destOrd="0" presId="urn:microsoft.com/office/officeart/2005/8/layout/hierarchy3"/>
    <dgm:cxn modelId="{DAAE03D2-3EE7-44BF-8C7A-84170F80BA0D}" srcId="{2EDB3155-2E8F-42E9-9874-747304497E87}" destId="{6D1394C1-C1D5-4A25-9452-4E7A31DC5A07}" srcOrd="3" destOrd="0" parTransId="{377B8BE1-083F-4E64-A934-CC90ADCC7E41}" sibTransId="{8340AC49-170D-4119-9D94-8DE026F6604A}"/>
    <dgm:cxn modelId="{D38ACCD5-28F6-1E40-AD40-6CF1C891B003}" type="presOf" srcId="{6F6E5037-DC72-4787-93B8-1EF41C4FF102}" destId="{901163BA-F64B-684B-838D-9F37DF5F1AA5}" srcOrd="0" destOrd="0" presId="urn:microsoft.com/office/officeart/2005/8/layout/hierarchy3"/>
    <dgm:cxn modelId="{2ED7B0D9-40A4-47CB-A047-C49A8CF9F758}" srcId="{4CA4EFE4-AD2C-4A11-95C0-E7862FF6E1C3}" destId="{2EDB3155-2E8F-42E9-9874-747304497E87}" srcOrd="0" destOrd="0" parTransId="{9BA058BF-BC13-4E9E-B2D5-B197AD15C936}" sibTransId="{A8D92E46-DF58-4482-8045-876879A8ACDC}"/>
    <dgm:cxn modelId="{945BB4DA-75F0-254B-B3BD-C75F1446DAE6}" type="presOf" srcId="{03B793DB-824E-4A80-9CF8-7C4156E52E94}" destId="{6C084CDF-7E1B-0E49-BFBB-8CABFFE22F7A}" srcOrd="0" destOrd="0" presId="urn:microsoft.com/office/officeart/2005/8/layout/hierarchy3"/>
    <dgm:cxn modelId="{78C6B7DD-661B-2945-BC18-D4D4E2BF378C}" type="presOf" srcId="{49397FF0-44D9-4872-8EF9-07CA1F3219E4}" destId="{5CC447DF-2EAA-0A4B-8DEE-05EEDD18192E}" srcOrd="0" destOrd="0" presId="urn:microsoft.com/office/officeart/2005/8/layout/hierarchy3"/>
    <dgm:cxn modelId="{4B3779DF-DA73-8247-AEDC-D9FC67F6DD5D}" type="presOf" srcId="{AEBAD976-96B4-491A-A1B1-27795D25862C}" destId="{47191024-8BC2-364E-8192-55C1FEDD69F0}" srcOrd="0" destOrd="0" presId="urn:microsoft.com/office/officeart/2005/8/layout/hierarchy3"/>
    <dgm:cxn modelId="{9AB70DE8-3A66-3349-877E-E8DC1575BAFD}" type="presOf" srcId="{03B793DB-824E-4A80-9CF8-7C4156E52E94}" destId="{CCA1BD13-3B41-8242-96BC-6FBC2B3EE59F}" srcOrd="1" destOrd="0" presId="urn:microsoft.com/office/officeart/2005/8/layout/hierarchy3"/>
    <dgm:cxn modelId="{F3FA4EE8-3A69-2341-8D8D-5DF0344036B4}" type="presOf" srcId="{CBD816B1-24E0-4919-82DF-FE5061CF2AEA}" destId="{C5FB6C31-4BD7-5843-9D54-1E7D40869DB3}" srcOrd="0" destOrd="0" presId="urn:microsoft.com/office/officeart/2005/8/layout/hierarchy3"/>
    <dgm:cxn modelId="{48EFA1EB-6C95-8747-B56E-D77424B66A99}" type="presOf" srcId="{F3425FEB-8E47-44AF-8082-E80F023E4937}" destId="{A63C0C74-8BDC-8C47-BE80-D643A83415C4}" srcOrd="0" destOrd="0" presId="urn:microsoft.com/office/officeart/2005/8/layout/hierarchy3"/>
    <dgm:cxn modelId="{AF162BEE-CF46-4B0E-8380-B783EC2AB607}" srcId="{CCE7F211-1146-4006-B022-5901635D6322}" destId="{49397FF0-44D9-4872-8EF9-07CA1F3219E4}" srcOrd="0" destOrd="0" parTransId="{AC2C9ECF-7F32-4ED5-A32C-9D27E7B237B2}" sibTransId="{FB2EC8BA-83F0-4920-90F1-9A3C7A1CD263}"/>
    <dgm:cxn modelId="{312CA4EE-58D6-45BF-9868-DF733F917B7D}" srcId="{CB43878B-17C5-428E-83C8-974C28DD8681}" destId="{9AEA6EF7-6BEC-473B-9B6F-357E0AF51F27}" srcOrd="1" destOrd="0" parTransId="{87009205-BF02-4C0A-9695-E37FEE83E471}" sibTransId="{84E26665-48A7-489B-9BF6-E8DEFC4B15D1}"/>
    <dgm:cxn modelId="{0DB97EF0-7495-4801-99E1-BBB1E6B05815}" srcId="{BB2C16E8-A032-43EE-B8D3-75469F2C67FD}" destId="{AEBDEC48-A29B-4ECD-B357-4033AAC72D82}" srcOrd="0" destOrd="0" parTransId="{2F0759D8-FB71-42F2-8B9C-2997CC8042EA}" sibTransId="{49E1FD94-6231-4302-BA9A-913CCA959916}"/>
    <dgm:cxn modelId="{2CE6B9F1-15E7-254E-8CAD-962C07939257}" type="presOf" srcId="{14156D34-A754-4D78-AE02-28AFECCBA64A}" destId="{8219EF92-B32F-AD42-B2F6-895029302399}" srcOrd="1" destOrd="0" presId="urn:microsoft.com/office/officeart/2005/8/layout/hierarchy3"/>
    <dgm:cxn modelId="{B5E02FF2-B768-4112-807C-7206889A704A}" srcId="{BB2C16E8-A032-43EE-B8D3-75469F2C67FD}" destId="{004ABBAF-DE6F-423E-8D1C-41264A96B9EB}" srcOrd="1" destOrd="0" parTransId="{1EFC4290-8390-4AAA-845F-9E6A00A55776}" sibTransId="{AD558FDD-33EC-4CC0-8AEA-5EF397B14C3E}"/>
    <dgm:cxn modelId="{4264F9F4-CEE5-4754-8B10-2980DD87822E}" srcId="{2EDB3155-2E8F-42E9-9874-747304497E87}" destId="{6F6E5037-DC72-4787-93B8-1EF41C4FF102}" srcOrd="1" destOrd="0" parTransId="{12AE16C0-41AD-4928-915F-9643EAFF2944}" sibTransId="{81FDD350-0EF1-4341-BE95-A003F46B1E98}"/>
    <dgm:cxn modelId="{46A7B1FC-A632-BC44-8121-F7A0A3BB8E95}" type="presOf" srcId="{9E8FF4DF-1B69-4F4F-A2D9-21B29F0CD1EB}" destId="{55BC3558-08E5-1943-ABA3-9395093A0D45}" srcOrd="0" destOrd="0" presId="urn:microsoft.com/office/officeart/2005/8/layout/hierarchy3"/>
    <dgm:cxn modelId="{1D2ADCFC-06F8-4E0F-81F2-6EF4A3677C4F}" srcId="{4CA4EFE4-AD2C-4A11-95C0-E7862FF6E1C3}" destId="{15DBEBE1-39C7-45F6-90DA-A0EDF6448A6D}" srcOrd="7" destOrd="0" parTransId="{AF5DA608-5724-408F-A5D0-ADE22DE48372}" sibTransId="{50924B60-D880-4800-A5E4-DCF1B638BEFD}"/>
    <dgm:cxn modelId="{205389FD-00C4-E846-8D49-2195883C7EA4}" type="presOf" srcId="{2F0759D8-FB71-42F2-8B9C-2997CC8042EA}" destId="{312041F3-E3D9-024C-B54E-68BB87BFA886}" srcOrd="0" destOrd="0" presId="urn:microsoft.com/office/officeart/2005/8/layout/hierarchy3"/>
    <dgm:cxn modelId="{4B6A70FF-89ED-4D94-8DD0-48EC6B7AE8B9}" srcId="{BB995EA9-13FC-4BE2-8AC5-A6C8170DA30A}" destId="{BE23989E-24C3-43A7-B682-130DFA4D6B4A}" srcOrd="1" destOrd="0" parTransId="{1D47ED78-A139-4C09-BFD3-8989B17E6ED0}" sibTransId="{AF7222E7-9FFC-4546-AA7C-BA4C8ECB0F0B}"/>
    <dgm:cxn modelId="{2003EA52-8B4A-D043-A1B1-EEE83992ADAA}" type="presParOf" srcId="{085BA694-9738-004B-8C8F-DD5CF1ED24F9}" destId="{8973B286-483C-5148-B7B2-C47934BED944}" srcOrd="0" destOrd="0" presId="urn:microsoft.com/office/officeart/2005/8/layout/hierarchy3"/>
    <dgm:cxn modelId="{FCA78336-3142-CC4D-A228-0DEAE34BDF8A}" type="presParOf" srcId="{8973B286-483C-5148-B7B2-C47934BED944}" destId="{E23BA42A-B10F-8D43-B2A4-C44DED14616D}" srcOrd="0" destOrd="0" presId="urn:microsoft.com/office/officeart/2005/8/layout/hierarchy3"/>
    <dgm:cxn modelId="{64FFB421-A9E4-F84B-A86E-92A6AE92FB88}" type="presParOf" srcId="{E23BA42A-B10F-8D43-B2A4-C44DED14616D}" destId="{C549E154-5D78-514B-8B1E-2FF5545878D0}" srcOrd="0" destOrd="0" presId="urn:microsoft.com/office/officeart/2005/8/layout/hierarchy3"/>
    <dgm:cxn modelId="{594D0065-BE7A-E841-A365-15EB1D83437F}" type="presParOf" srcId="{E23BA42A-B10F-8D43-B2A4-C44DED14616D}" destId="{9A212818-5ABB-724F-BEF4-E48926EF0BD1}" srcOrd="1" destOrd="0" presId="urn:microsoft.com/office/officeart/2005/8/layout/hierarchy3"/>
    <dgm:cxn modelId="{94343D18-71A4-7243-9533-8E85D5BF966F}" type="presParOf" srcId="{8973B286-483C-5148-B7B2-C47934BED944}" destId="{BB2DFDDB-C39A-C447-836A-7B35317E6805}" srcOrd="1" destOrd="0" presId="urn:microsoft.com/office/officeart/2005/8/layout/hierarchy3"/>
    <dgm:cxn modelId="{609FC039-F24B-B546-9B02-A73FE75971FE}" type="presParOf" srcId="{BB2DFDDB-C39A-C447-836A-7B35317E6805}" destId="{74DE9A6E-3EFE-BE48-8886-97F2FE277C7B}" srcOrd="0" destOrd="0" presId="urn:microsoft.com/office/officeart/2005/8/layout/hierarchy3"/>
    <dgm:cxn modelId="{1A237D55-453F-3A49-B50E-F7AC1AEBA087}" type="presParOf" srcId="{BB2DFDDB-C39A-C447-836A-7B35317E6805}" destId="{B04D7B72-975A-E743-BFA9-AD7B55126E78}" srcOrd="1" destOrd="0" presId="urn:microsoft.com/office/officeart/2005/8/layout/hierarchy3"/>
    <dgm:cxn modelId="{B08E05BF-6AD8-0E42-9E6D-AB59652D790B}" type="presParOf" srcId="{BB2DFDDB-C39A-C447-836A-7B35317E6805}" destId="{1097C38B-C10A-6045-ABC8-3C2DE85ED91F}" srcOrd="2" destOrd="0" presId="urn:microsoft.com/office/officeart/2005/8/layout/hierarchy3"/>
    <dgm:cxn modelId="{F1F31567-1D8E-AF4F-8FC8-45718B35E070}" type="presParOf" srcId="{BB2DFDDB-C39A-C447-836A-7B35317E6805}" destId="{901163BA-F64B-684B-838D-9F37DF5F1AA5}" srcOrd="3" destOrd="0" presId="urn:microsoft.com/office/officeart/2005/8/layout/hierarchy3"/>
    <dgm:cxn modelId="{FCC9EBB2-38B4-E349-9FCB-F4BC94114A70}" type="presParOf" srcId="{BB2DFDDB-C39A-C447-836A-7B35317E6805}" destId="{400057EA-9160-4F48-BB6F-4D3EF386775A}" srcOrd="4" destOrd="0" presId="urn:microsoft.com/office/officeart/2005/8/layout/hierarchy3"/>
    <dgm:cxn modelId="{BD17D346-D3C5-3A4A-9CB4-D47EA834DC94}" type="presParOf" srcId="{BB2DFDDB-C39A-C447-836A-7B35317E6805}" destId="{D90288E9-F32C-0F4B-B2C2-318DC0C49E72}" srcOrd="5" destOrd="0" presId="urn:microsoft.com/office/officeart/2005/8/layout/hierarchy3"/>
    <dgm:cxn modelId="{B64CB488-B770-1049-815B-01D5C24452A6}" type="presParOf" srcId="{BB2DFDDB-C39A-C447-836A-7B35317E6805}" destId="{A8147E1F-4FE2-CB4D-B6F4-E70F18504EC6}" srcOrd="6" destOrd="0" presId="urn:microsoft.com/office/officeart/2005/8/layout/hierarchy3"/>
    <dgm:cxn modelId="{A04F4BB1-3939-9342-A5CE-885F4F227A92}" type="presParOf" srcId="{BB2DFDDB-C39A-C447-836A-7B35317E6805}" destId="{05A4E7A9-B87C-F74A-9ED0-5F2472D8795F}" srcOrd="7" destOrd="0" presId="urn:microsoft.com/office/officeart/2005/8/layout/hierarchy3"/>
    <dgm:cxn modelId="{E012C55D-F87A-C44E-8EA4-10B7FE88EF20}" type="presParOf" srcId="{BB2DFDDB-C39A-C447-836A-7B35317E6805}" destId="{110E67B0-4434-CC48-8B12-D2049BA6794F}" srcOrd="8" destOrd="0" presId="urn:microsoft.com/office/officeart/2005/8/layout/hierarchy3"/>
    <dgm:cxn modelId="{2BD8F5D8-9DBA-A946-A9AE-2F9E11C4BA28}" type="presParOf" srcId="{BB2DFDDB-C39A-C447-836A-7B35317E6805}" destId="{9175875E-55E4-7441-8847-6B20A48150AC}" srcOrd="9" destOrd="0" presId="urn:microsoft.com/office/officeart/2005/8/layout/hierarchy3"/>
    <dgm:cxn modelId="{23576364-3333-B44C-9F76-1FDD8C14EB18}" type="presParOf" srcId="{085BA694-9738-004B-8C8F-DD5CF1ED24F9}" destId="{A67FF8F4-BF45-2C4E-A698-501D7254423F}" srcOrd="1" destOrd="0" presId="urn:microsoft.com/office/officeart/2005/8/layout/hierarchy3"/>
    <dgm:cxn modelId="{51F57988-4CA0-8048-A9E1-142747528A95}" type="presParOf" srcId="{A67FF8F4-BF45-2C4E-A698-501D7254423F}" destId="{E51DD9B5-ADB7-F145-900B-DF2251122B0D}" srcOrd="0" destOrd="0" presId="urn:microsoft.com/office/officeart/2005/8/layout/hierarchy3"/>
    <dgm:cxn modelId="{76B34B60-C8B8-AB4C-AAD8-E8CD5FCB6BDC}" type="presParOf" srcId="{E51DD9B5-ADB7-F145-900B-DF2251122B0D}" destId="{426A26C0-9BC4-6749-9813-F76C4435CE85}" srcOrd="0" destOrd="0" presId="urn:microsoft.com/office/officeart/2005/8/layout/hierarchy3"/>
    <dgm:cxn modelId="{B438537F-18D6-1141-AAEA-B81B3A333F6D}" type="presParOf" srcId="{E51DD9B5-ADB7-F145-900B-DF2251122B0D}" destId="{3E80EF42-97E0-2740-BED9-3CEA54E1AE61}" srcOrd="1" destOrd="0" presId="urn:microsoft.com/office/officeart/2005/8/layout/hierarchy3"/>
    <dgm:cxn modelId="{0310DF22-1797-3144-8A16-62B9FC78F29E}" type="presParOf" srcId="{A67FF8F4-BF45-2C4E-A698-501D7254423F}" destId="{AA3F41D6-E471-7248-A608-D68403798A54}" srcOrd="1" destOrd="0" presId="urn:microsoft.com/office/officeart/2005/8/layout/hierarchy3"/>
    <dgm:cxn modelId="{7545847F-7772-BE42-87B1-37DAFD05E95E}" type="presParOf" srcId="{AA3F41D6-E471-7248-A608-D68403798A54}" destId="{E8EA6E89-35CC-DA48-AF12-BB250AFEBC03}" srcOrd="0" destOrd="0" presId="urn:microsoft.com/office/officeart/2005/8/layout/hierarchy3"/>
    <dgm:cxn modelId="{FC805FBA-7FCE-7F47-981E-3C090CE9232E}" type="presParOf" srcId="{AA3F41D6-E471-7248-A608-D68403798A54}" destId="{BDBD251F-ACE7-0142-A51F-A9F3495461E7}" srcOrd="1" destOrd="0" presId="urn:microsoft.com/office/officeart/2005/8/layout/hierarchy3"/>
    <dgm:cxn modelId="{AA44394B-7122-6F40-B81C-1E1276D4C8E9}" type="presParOf" srcId="{AA3F41D6-E471-7248-A608-D68403798A54}" destId="{610ACE92-1C66-874F-BD09-BF368E760F2A}" srcOrd="2" destOrd="0" presId="urn:microsoft.com/office/officeart/2005/8/layout/hierarchy3"/>
    <dgm:cxn modelId="{0E634356-27E9-D744-B05B-E2BFDD96E539}" type="presParOf" srcId="{AA3F41D6-E471-7248-A608-D68403798A54}" destId="{19378B34-C9BE-8B45-A5B0-779C4BBBD696}" srcOrd="3" destOrd="0" presId="urn:microsoft.com/office/officeart/2005/8/layout/hierarchy3"/>
    <dgm:cxn modelId="{ECE0B24C-C024-EB4C-B3E8-3107F02B8990}" type="presParOf" srcId="{085BA694-9738-004B-8C8F-DD5CF1ED24F9}" destId="{4D3A02E1-4378-CC46-B6EA-38DA91C7ED66}" srcOrd="2" destOrd="0" presId="urn:microsoft.com/office/officeart/2005/8/layout/hierarchy3"/>
    <dgm:cxn modelId="{C805BFFE-1C73-5840-8AF8-D005CAFA1A5B}" type="presParOf" srcId="{4D3A02E1-4378-CC46-B6EA-38DA91C7ED66}" destId="{57CBDDE7-7D13-8248-87A6-2A0D299013CD}" srcOrd="0" destOrd="0" presId="urn:microsoft.com/office/officeart/2005/8/layout/hierarchy3"/>
    <dgm:cxn modelId="{2DC9480A-DBEB-C344-8AD3-99D4CBD5E88D}" type="presParOf" srcId="{57CBDDE7-7D13-8248-87A6-2A0D299013CD}" destId="{4F5508C6-DB68-084B-98C3-96C866716249}" srcOrd="0" destOrd="0" presId="urn:microsoft.com/office/officeart/2005/8/layout/hierarchy3"/>
    <dgm:cxn modelId="{0366C8C4-3B44-3F41-981C-87284E7BDE0B}" type="presParOf" srcId="{57CBDDE7-7D13-8248-87A6-2A0D299013CD}" destId="{8607A41B-7F80-A94D-8670-E46052150598}" srcOrd="1" destOrd="0" presId="urn:microsoft.com/office/officeart/2005/8/layout/hierarchy3"/>
    <dgm:cxn modelId="{28D41A2D-E83F-EB45-884B-1F99F0260B87}" type="presParOf" srcId="{4D3A02E1-4378-CC46-B6EA-38DA91C7ED66}" destId="{77CA06F9-F16C-8440-8217-8463A999AB26}" srcOrd="1" destOrd="0" presId="urn:microsoft.com/office/officeart/2005/8/layout/hierarchy3"/>
    <dgm:cxn modelId="{EA2FD4C4-469B-E64F-B639-58FFF265E899}" type="presParOf" srcId="{77CA06F9-F16C-8440-8217-8463A999AB26}" destId="{0B5E27DC-FF36-1246-8F7F-849EBA8B81EC}" srcOrd="0" destOrd="0" presId="urn:microsoft.com/office/officeart/2005/8/layout/hierarchy3"/>
    <dgm:cxn modelId="{78F9FE53-9FDA-AD46-8B4B-84F5AB8D16FA}" type="presParOf" srcId="{77CA06F9-F16C-8440-8217-8463A999AB26}" destId="{5CC447DF-2EAA-0A4B-8DEE-05EEDD18192E}" srcOrd="1" destOrd="0" presId="urn:microsoft.com/office/officeart/2005/8/layout/hierarchy3"/>
    <dgm:cxn modelId="{1EBC74DA-B2B1-674C-A451-40D607F3D2F4}" type="presParOf" srcId="{77CA06F9-F16C-8440-8217-8463A999AB26}" destId="{FA561E9D-FC6C-5240-9985-6815BB9E6C3C}" srcOrd="2" destOrd="0" presId="urn:microsoft.com/office/officeart/2005/8/layout/hierarchy3"/>
    <dgm:cxn modelId="{1BE32D64-36F4-3B41-AC75-AF970223C873}" type="presParOf" srcId="{77CA06F9-F16C-8440-8217-8463A999AB26}" destId="{C1160572-B03A-2F43-A919-DF6625E5C611}" srcOrd="3" destOrd="0" presId="urn:microsoft.com/office/officeart/2005/8/layout/hierarchy3"/>
    <dgm:cxn modelId="{37914D94-AD58-A845-91B3-BAA14EC29549}" type="presParOf" srcId="{085BA694-9738-004B-8C8F-DD5CF1ED24F9}" destId="{C6CD32A8-BEAB-0C41-8E69-B7ED8BB681BE}" srcOrd="3" destOrd="0" presId="urn:microsoft.com/office/officeart/2005/8/layout/hierarchy3"/>
    <dgm:cxn modelId="{C965E6EF-A3CC-1042-9DA3-635FE9B7CEEB}" type="presParOf" srcId="{C6CD32A8-BEAB-0C41-8E69-B7ED8BB681BE}" destId="{BCAFDA24-018B-6646-92B9-E762AEE00856}" srcOrd="0" destOrd="0" presId="urn:microsoft.com/office/officeart/2005/8/layout/hierarchy3"/>
    <dgm:cxn modelId="{447A6CBA-DC3C-4D48-A1F8-A2F20EE06930}" type="presParOf" srcId="{BCAFDA24-018B-6646-92B9-E762AEE00856}" destId="{00BC82C5-0AC6-BF40-8D4F-C2DE580B6EF5}" srcOrd="0" destOrd="0" presId="urn:microsoft.com/office/officeart/2005/8/layout/hierarchy3"/>
    <dgm:cxn modelId="{68CF674C-23F9-C041-896F-9F979D5B8BDC}" type="presParOf" srcId="{BCAFDA24-018B-6646-92B9-E762AEE00856}" destId="{8C1EDDD1-55E0-464F-86D4-A58BACE0E5FB}" srcOrd="1" destOrd="0" presId="urn:microsoft.com/office/officeart/2005/8/layout/hierarchy3"/>
    <dgm:cxn modelId="{38AD785F-A292-CA4E-AC49-6B07F7CA0C19}" type="presParOf" srcId="{C6CD32A8-BEAB-0C41-8E69-B7ED8BB681BE}" destId="{60734CC6-1FF2-0843-98BA-D625E2AC234D}" srcOrd="1" destOrd="0" presId="urn:microsoft.com/office/officeart/2005/8/layout/hierarchy3"/>
    <dgm:cxn modelId="{F9069CD2-C6AE-5744-A634-C9F95AD14650}" type="presParOf" srcId="{60734CC6-1FF2-0843-98BA-D625E2AC234D}" destId="{312041F3-E3D9-024C-B54E-68BB87BFA886}" srcOrd="0" destOrd="0" presId="urn:microsoft.com/office/officeart/2005/8/layout/hierarchy3"/>
    <dgm:cxn modelId="{8877871C-B35D-AA46-899A-E8D15F00DFC8}" type="presParOf" srcId="{60734CC6-1FF2-0843-98BA-D625E2AC234D}" destId="{4E185C81-5D39-1F4B-9012-5B1EAC1E95C7}" srcOrd="1" destOrd="0" presId="urn:microsoft.com/office/officeart/2005/8/layout/hierarchy3"/>
    <dgm:cxn modelId="{7AD2993A-888D-8941-9FA7-A18E1260403D}" type="presParOf" srcId="{60734CC6-1FF2-0843-98BA-D625E2AC234D}" destId="{0F4B8760-BFD9-F948-B929-563E11A624E3}" srcOrd="2" destOrd="0" presId="urn:microsoft.com/office/officeart/2005/8/layout/hierarchy3"/>
    <dgm:cxn modelId="{263C9AA2-7F84-8446-9717-21A50ABC3CAE}" type="presParOf" srcId="{60734CC6-1FF2-0843-98BA-D625E2AC234D}" destId="{3C7EEC0D-DF79-1746-AA01-0DCCC443845E}" srcOrd="3" destOrd="0" presId="urn:microsoft.com/office/officeart/2005/8/layout/hierarchy3"/>
    <dgm:cxn modelId="{D6123C91-54C0-4A46-80B8-47DF9C3DCC90}" type="presParOf" srcId="{085BA694-9738-004B-8C8F-DD5CF1ED24F9}" destId="{760748EC-ECBC-5249-9A66-25B25C9A3699}" srcOrd="4" destOrd="0" presId="urn:microsoft.com/office/officeart/2005/8/layout/hierarchy3"/>
    <dgm:cxn modelId="{75425EF3-6170-954E-A95B-9D13F9461702}" type="presParOf" srcId="{760748EC-ECBC-5249-9A66-25B25C9A3699}" destId="{077B79CE-6803-E648-ABBD-5793CD509293}" srcOrd="0" destOrd="0" presId="urn:microsoft.com/office/officeart/2005/8/layout/hierarchy3"/>
    <dgm:cxn modelId="{F48B55A3-F47F-3C45-820F-FD3188A2C35A}" type="presParOf" srcId="{077B79CE-6803-E648-ABBD-5793CD509293}" destId="{EF8476FC-A0C6-D147-9857-383FA21A7999}" srcOrd="0" destOrd="0" presId="urn:microsoft.com/office/officeart/2005/8/layout/hierarchy3"/>
    <dgm:cxn modelId="{458A4796-8C38-7548-B16E-6553E05F7F43}" type="presParOf" srcId="{077B79CE-6803-E648-ABBD-5793CD509293}" destId="{87E714E6-B685-EB46-B75D-2403294D4499}" srcOrd="1" destOrd="0" presId="urn:microsoft.com/office/officeart/2005/8/layout/hierarchy3"/>
    <dgm:cxn modelId="{553C7065-E74F-6D46-89C7-C8EAAD0FF554}" type="presParOf" srcId="{760748EC-ECBC-5249-9A66-25B25C9A3699}" destId="{5F29200C-A1D1-274F-A77C-63B9A58D6978}" srcOrd="1" destOrd="0" presId="urn:microsoft.com/office/officeart/2005/8/layout/hierarchy3"/>
    <dgm:cxn modelId="{9A872558-E82B-F648-8BBB-7ECCC86274F7}" type="presParOf" srcId="{5F29200C-A1D1-274F-A77C-63B9A58D6978}" destId="{F2606F3F-B01C-4D4C-9029-D22D55B4484B}" srcOrd="0" destOrd="0" presId="urn:microsoft.com/office/officeart/2005/8/layout/hierarchy3"/>
    <dgm:cxn modelId="{E2DD7E91-EE95-8A41-BE27-8EDF75684CC9}" type="presParOf" srcId="{5F29200C-A1D1-274F-A77C-63B9A58D6978}" destId="{C4472257-4F38-B242-85E8-F4ADAE96EEA6}" srcOrd="1" destOrd="0" presId="urn:microsoft.com/office/officeart/2005/8/layout/hierarchy3"/>
    <dgm:cxn modelId="{19ABBB32-A0CA-BE4A-95FF-EEF2957CF82D}" type="presParOf" srcId="{5F29200C-A1D1-274F-A77C-63B9A58D6978}" destId="{2EB7A5B6-EA88-3C48-8C99-5BC7E7BF7949}" srcOrd="2" destOrd="0" presId="urn:microsoft.com/office/officeart/2005/8/layout/hierarchy3"/>
    <dgm:cxn modelId="{474A04E6-2699-7F49-93C4-C49CE03855D6}" type="presParOf" srcId="{5F29200C-A1D1-274F-A77C-63B9A58D6978}" destId="{262FDD49-15B0-684C-B6ED-66A1652C0CA6}" srcOrd="3" destOrd="0" presId="urn:microsoft.com/office/officeart/2005/8/layout/hierarchy3"/>
    <dgm:cxn modelId="{C37E23C9-8D8B-7E42-ADDD-6DE31F8B7544}" type="presParOf" srcId="{085BA694-9738-004B-8C8F-DD5CF1ED24F9}" destId="{E140AA59-3146-CB4A-A29F-CCE9BBBAD25B}" srcOrd="5" destOrd="0" presId="urn:microsoft.com/office/officeart/2005/8/layout/hierarchy3"/>
    <dgm:cxn modelId="{2C01E29F-F7AD-2C4D-B411-ABB8559F7EDD}" type="presParOf" srcId="{E140AA59-3146-CB4A-A29F-CCE9BBBAD25B}" destId="{E0A1D36D-E477-1748-9813-22E8DE420669}" srcOrd="0" destOrd="0" presId="urn:microsoft.com/office/officeart/2005/8/layout/hierarchy3"/>
    <dgm:cxn modelId="{D3B7117A-5F8E-1F41-AD90-47841731947D}" type="presParOf" srcId="{E0A1D36D-E477-1748-9813-22E8DE420669}" destId="{6C084CDF-7E1B-0E49-BFBB-8CABFFE22F7A}" srcOrd="0" destOrd="0" presId="urn:microsoft.com/office/officeart/2005/8/layout/hierarchy3"/>
    <dgm:cxn modelId="{41B0C5D8-E4A2-6348-9F56-6373AD2ADC40}" type="presParOf" srcId="{E0A1D36D-E477-1748-9813-22E8DE420669}" destId="{CCA1BD13-3B41-8242-96BC-6FBC2B3EE59F}" srcOrd="1" destOrd="0" presId="urn:microsoft.com/office/officeart/2005/8/layout/hierarchy3"/>
    <dgm:cxn modelId="{6784E704-DAEF-3A4C-A65D-2233931D87F6}" type="presParOf" srcId="{E140AA59-3146-CB4A-A29F-CCE9BBBAD25B}" destId="{A03CD16A-A8C4-8E4E-B8FF-BFAA3C2B3B4A}" srcOrd="1" destOrd="0" presId="urn:microsoft.com/office/officeart/2005/8/layout/hierarchy3"/>
    <dgm:cxn modelId="{CC3C54E7-88BF-F645-B2C9-13874EFD77BF}" type="presParOf" srcId="{A03CD16A-A8C4-8E4E-B8FF-BFAA3C2B3B4A}" destId="{4592DB88-B9F5-3E4F-8961-66FF0F69A69F}" srcOrd="0" destOrd="0" presId="urn:microsoft.com/office/officeart/2005/8/layout/hierarchy3"/>
    <dgm:cxn modelId="{5B94B813-0BAF-1C4E-B940-7FA7742414E6}" type="presParOf" srcId="{A03CD16A-A8C4-8E4E-B8FF-BFAA3C2B3B4A}" destId="{C286DB2E-FA12-4C4F-BAE4-9AA035DB002F}" srcOrd="1" destOrd="0" presId="urn:microsoft.com/office/officeart/2005/8/layout/hierarchy3"/>
    <dgm:cxn modelId="{8FA4A3FE-7CF9-FD45-B6C6-183E8F9F736D}" type="presParOf" srcId="{A03CD16A-A8C4-8E4E-B8FF-BFAA3C2B3B4A}" destId="{A63C0C74-8BDC-8C47-BE80-D643A83415C4}" srcOrd="2" destOrd="0" presId="urn:microsoft.com/office/officeart/2005/8/layout/hierarchy3"/>
    <dgm:cxn modelId="{F3CB2F2F-BA43-2D4B-A0E4-6DFDB2E17B41}" type="presParOf" srcId="{A03CD16A-A8C4-8E4E-B8FF-BFAA3C2B3B4A}" destId="{55BC3558-08E5-1943-ABA3-9395093A0D45}" srcOrd="3" destOrd="0" presId="urn:microsoft.com/office/officeart/2005/8/layout/hierarchy3"/>
    <dgm:cxn modelId="{1A18F12E-C8C2-A94A-AFC9-00B1CEA7323A}" type="presParOf" srcId="{085BA694-9738-004B-8C8F-DD5CF1ED24F9}" destId="{9B05948C-FCDB-584E-9AE8-338069212EC1}" srcOrd="6" destOrd="0" presId="urn:microsoft.com/office/officeart/2005/8/layout/hierarchy3"/>
    <dgm:cxn modelId="{A799B58D-59D3-3644-8F09-2DB2D58D5BB8}" type="presParOf" srcId="{9B05948C-FCDB-584E-9AE8-338069212EC1}" destId="{222EE70C-CE12-EA4E-B1B2-82A432056D13}" srcOrd="0" destOrd="0" presId="urn:microsoft.com/office/officeart/2005/8/layout/hierarchy3"/>
    <dgm:cxn modelId="{03B1A147-37BD-7B48-83A3-A3E2CCAF2E52}" type="presParOf" srcId="{222EE70C-CE12-EA4E-B1B2-82A432056D13}" destId="{62D0B227-3E7B-EB4C-A768-8F793C5FA343}" srcOrd="0" destOrd="0" presId="urn:microsoft.com/office/officeart/2005/8/layout/hierarchy3"/>
    <dgm:cxn modelId="{58CF3232-83BC-8E48-B58C-156FAF78B3B7}" type="presParOf" srcId="{222EE70C-CE12-EA4E-B1B2-82A432056D13}" destId="{8219EF92-B32F-AD42-B2F6-895029302399}" srcOrd="1" destOrd="0" presId="urn:microsoft.com/office/officeart/2005/8/layout/hierarchy3"/>
    <dgm:cxn modelId="{9B23DD26-C8D3-D343-ACD7-7CB335DC3FA6}" type="presParOf" srcId="{9B05948C-FCDB-584E-9AE8-338069212EC1}" destId="{9A918B43-6A05-AD49-907C-6C8B3B6C2EB5}" srcOrd="1" destOrd="0" presId="urn:microsoft.com/office/officeart/2005/8/layout/hierarchy3"/>
    <dgm:cxn modelId="{1BFBF93D-9DB0-4E42-AEC8-C444D6A26083}" type="presParOf" srcId="{9A918B43-6A05-AD49-907C-6C8B3B6C2EB5}" destId="{C5FB6C31-4BD7-5843-9D54-1E7D40869DB3}" srcOrd="0" destOrd="0" presId="urn:microsoft.com/office/officeart/2005/8/layout/hierarchy3"/>
    <dgm:cxn modelId="{3E3D975E-FA9E-6144-AED0-91D2FCA012A2}" type="presParOf" srcId="{9A918B43-6A05-AD49-907C-6C8B3B6C2EB5}" destId="{4E7DD1DB-1977-2B4B-8BCC-26F371614D5A}" srcOrd="1" destOrd="0" presId="urn:microsoft.com/office/officeart/2005/8/layout/hierarchy3"/>
    <dgm:cxn modelId="{C90D2417-FDF0-4841-A61D-ECFDAD8AADDA}" type="presParOf" srcId="{9A918B43-6A05-AD49-907C-6C8B3B6C2EB5}" destId="{7174476A-C11D-2B4A-BDCD-F55913B660F4}" srcOrd="2" destOrd="0" presId="urn:microsoft.com/office/officeart/2005/8/layout/hierarchy3"/>
    <dgm:cxn modelId="{843F524C-5E0F-E94A-AFC6-B3AD62D0DA39}" type="presParOf" srcId="{9A918B43-6A05-AD49-907C-6C8B3B6C2EB5}" destId="{8A6BD034-4273-D34D-8FA5-66456CAA814E}" srcOrd="3" destOrd="0" presId="urn:microsoft.com/office/officeart/2005/8/layout/hierarchy3"/>
    <dgm:cxn modelId="{5F79FB3F-46A9-4842-8640-5CDC75455362}" type="presParOf" srcId="{085BA694-9738-004B-8C8F-DD5CF1ED24F9}" destId="{8FB877A5-2FAF-D540-A55F-A7E6C4C5737D}" srcOrd="7" destOrd="0" presId="urn:microsoft.com/office/officeart/2005/8/layout/hierarchy3"/>
    <dgm:cxn modelId="{8666C231-01A6-DC4E-A09D-2F09D45890F4}" type="presParOf" srcId="{8FB877A5-2FAF-D540-A55F-A7E6C4C5737D}" destId="{68A9C6F6-237A-3C44-B87A-3A7D18ECE966}" srcOrd="0" destOrd="0" presId="urn:microsoft.com/office/officeart/2005/8/layout/hierarchy3"/>
    <dgm:cxn modelId="{707A9D3C-5E8E-0943-9D2E-91923DF97302}" type="presParOf" srcId="{68A9C6F6-237A-3C44-B87A-3A7D18ECE966}" destId="{A46EDAB4-B8AF-D842-9EAC-E1251D50A7E9}" srcOrd="0" destOrd="0" presId="urn:microsoft.com/office/officeart/2005/8/layout/hierarchy3"/>
    <dgm:cxn modelId="{69F46214-440F-1545-B3F6-A0140EFB1F1F}" type="presParOf" srcId="{68A9C6F6-237A-3C44-B87A-3A7D18ECE966}" destId="{3A25039E-4268-E346-8995-3A61291BD95B}" srcOrd="1" destOrd="0" presId="urn:microsoft.com/office/officeart/2005/8/layout/hierarchy3"/>
    <dgm:cxn modelId="{8FE165EA-B32A-1542-BAF8-36F76CC54241}" type="presParOf" srcId="{8FB877A5-2FAF-D540-A55F-A7E6C4C5737D}" destId="{2042DCC0-8D0D-FC40-8798-5686B00B4F2B}" srcOrd="1" destOrd="0" presId="urn:microsoft.com/office/officeart/2005/8/layout/hierarchy3"/>
    <dgm:cxn modelId="{BE97E60C-1135-134D-814E-3E428B473E68}" type="presParOf" srcId="{2042DCC0-8D0D-FC40-8798-5686B00B4F2B}" destId="{8EF528A2-2566-A843-9F03-936E6F05EC87}" srcOrd="0" destOrd="0" presId="urn:microsoft.com/office/officeart/2005/8/layout/hierarchy3"/>
    <dgm:cxn modelId="{C09FF31D-6864-DF4D-9FBA-4B9DB0D16DE3}" type="presParOf" srcId="{2042DCC0-8D0D-FC40-8798-5686B00B4F2B}" destId="{5764A5A1-0860-F34F-ABF3-8F942AD3DD41}" srcOrd="1" destOrd="0" presId="urn:microsoft.com/office/officeart/2005/8/layout/hierarchy3"/>
    <dgm:cxn modelId="{75FDDE89-D9D2-6045-95B7-8485A5A67087}" type="presParOf" srcId="{2042DCC0-8D0D-FC40-8798-5686B00B4F2B}" destId="{8C503BF7-3B49-DE41-84C3-28B7AE9ADD1A}" srcOrd="2" destOrd="0" presId="urn:microsoft.com/office/officeart/2005/8/layout/hierarchy3"/>
    <dgm:cxn modelId="{2F6E9355-1905-C64F-BD5C-C1DD891AA9A2}" type="presParOf" srcId="{2042DCC0-8D0D-FC40-8798-5686B00B4F2B}" destId="{47191024-8BC2-364E-8192-55C1FEDD69F0}" srcOrd="3" destOrd="0" presId="urn:microsoft.com/office/officeart/2005/8/layout/hierarchy3"/>
    <dgm:cxn modelId="{CC4259FF-DCA5-B34C-8F2D-445047EB596E}" type="presParOf" srcId="{085BA694-9738-004B-8C8F-DD5CF1ED24F9}" destId="{3D0DA7F9-94D6-B240-A6BD-2EDB13F1B1D4}" srcOrd="8" destOrd="0" presId="urn:microsoft.com/office/officeart/2005/8/layout/hierarchy3"/>
    <dgm:cxn modelId="{2D2F9ECF-7A10-E54B-B4B3-53B4773FEC2A}" type="presParOf" srcId="{3D0DA7F9-94D6-B240-A6BD-2EDB13F1B1D4}" destId="{20DF6CED-12EB-1A45-A8C6-59284C238DB6}" srcOrd="0" destOrd="0" presId="urn:microsoft.com/office/officeart/2005/8/layout/hierarchy3"/>
    <dgm:cxn modelId="{8E1D7AB6-05C3-8A44-BE6B-5E8B565B0599}" type="presParOf" srcId="{20DF6CED-12EB-1A45-A8C6-59284C238DB6}" destId="{F8F28DA6-2AAC-E241-B792-573A6571AED3}" srcOrd="0" destOrd="0" presId="urn:microsoft.com/office/officeart/2005/8/layout/hierarchy3"/>
    <dgm:cxn modelId="{F0BE75F7-9558-8242-BE9C-BF8EEC29A176}" type="presParOf" srcId="{20DF6CED-12EB-1A45-A8C6-59284C238DB6}" destId="{C77C5DED-8E1D-0D44-8FB9-5C558B37E21E}" srcOrd="1" destOrd="0" presId="urn:microsoft.com/office/officeart/2005/8/layout/hierarchy3"/>
    <dgm:cxn modelId="{73E3A42A-B0C0-5940-8A37-0916B3A3F053}" type="presParOf" srcId="{3D0DA7F9-94D6-B240-A6BD-2EDB13F1B1D4}" destId="{9ED127D0-DFA0-4B45-96F3-12DB22DB5B99}" srcOrd="1" destOrd="0" presId="urn:microsoft.com/office/officeart/2005/8/layout/hierarchy3"/>
    <dgm:cxn modelId="{32CA8581-D63E-084E-8A1C-41E7C9B894A5}" type="presParOf" srcId="{9ED127D0-DFA0-4B45-96F3-12DB22DB5B99}" destId="{24822608-4437-E74D-875B-63A5F02E4DB3}" srcOrd="0" destOrd="0" presId="urn:microsoft.com/office/officeart/2005/8/layout/hierarchy3"/>
    <dgm:cxn modelId="{6FE63D14-3B30-E34B-869F-874A80A8DB67}" type="presParOf" srcId="{9ED127D0-DFA0-4B45-96F3-12DB22DB5B99}" destId="{62B10C4C-2C02-034D-B3C4-332DF45411F2}" srcOrd="1" destOrd="0" presId="urn:microsoft.com/office/officeart/2005/8/layout/hierarchy3"/>
    <dgm:cxn modelId="{292D2300-1AE9-004A-A955-86B8628A865B}" type="presParOf" srcId="{9ED127D0-DFA0-4B45-96F3-12DB22DB5B99}" destId="{3E079105-A928-6644-BCDF-4633664A6BF6}" srcOrd="2" destOrd="0" presId="urn:microsoft.com/office/officeart/2005/8/layout/hierarchy3"/>
    <dgm:cxn modelId="{45797E4D-43CC-3D41-9471-C92C4BBE8EC4}" type="presParOf" srcId="{9ED127D0-DFA0-4B45-96F3-12DB22DB5B99}" destId="{D53EB733-5C69-964D-B6CE-7A6680EC8F4E}" srcOrd="3" destOrd="0" presId="urn:microsoft.com/office/officeart/2005/8/layout/hierarchy3"/>
    <dgm:cxn modelId="{5AB1014D-E835-114A-AC70-C7B18903BAE7}" type="presParOf" srcId="{085BA694-9738-004B-8C8F-DD5CF1ED24F9}" destId="{03CAE361-1423-2440-9F7E-E16F8A4E2EB7}" srcOrd="9" destOrd="0" presId="urn:microsoft.com/office/officeart/2005/8/layout/hierarchy3"/>
    <dgm:cxn modelId="{DB4CF54F-4C71-F048-8961-D49C96A69B86}" type="presParOf" srcId="{03CAE361-1423-2440-9F7E-E16F8A4E2EB7}" destId="{0F3743F2-88A1-3340-B9BC-5B93DA7EB8CA}" srcOrd="0" destOrd="0" presId="urn:microsoft.com/office/officeart/2005/8/layout/hierarchy3"/>
    <dgm:cxn modelId="{6343CA3B-C5F8-434A-BB36-3EA11E78A736}" type="presParOf" srcId="{0F3743F2-88A1-3340-B9BC-5B93DA7EB8CA}" destId="{0EFFDEDE-4161-DD44-A1CE-0961E045CE28}" srcOrd="0" destOrd="0" presId="urn:microsoft.com/office/officeart/2005/8/layout/hierarchy3"/>
    <dgm:cxn modelId="{AB26A34A-95D6-9243-8E62-2A44611C960D}" type="presParOf" srcId="{0F3743F2-88A1-3340-B9BC-5B93DA7EB8CA}" destId="{C545EDBF-0366-CE48-9A0F-7BEE619B27DD}" srcOrd="1" destOrd="0" presId="urn:microsoft.com/office/officeart/2005/8/layout/hierarchy3"/>
    <dgm:cxn modelId="{DDBA4307-E0E8-5646-9AAE-F4586FC91078}" type="presParOf" srcId="{03CAE361-1423-2440-9F7E-E16F8A4E2EB7}" destId="{1897366C-7612-3E43-A356-0DEF6B8FE96A}" srcOrd="1" destOrd="0" presId="urn:microsoft.com/office/officeart/2005/8/layout/hierarchy3"/>
    <dgm:cxn modelId="{50BA1432-B19A-B746-BB59-AE329317241D}" type="presParOf" srcId="{1897366C-7612-3E43-A356-0DEF6B8FE96A}" destId="{B7E43B84-BBC2-4D47-B8BF-1C5F324BD61B}" srcOrd="0" destOrd="0" presId="urn:microsoft.com/office/officeart/2005/8/layout/hierarchy3"/>
    <dgm:cxn modelId="{B1950F86-8E88-EA48-AA0A-4D35744813BC}" type="presParOf" srcId="{1897366C-7612-3E43-A356-0DEF6B8FE96A}" destId="{9EE05461-F0F0-EE43-9635-8726C0BD6F35}" srcOrd="1" destOrd="0" presId="urn:microsoft.com/office/officeart/2005/8/layout/hierarchy3"/>
    <dgm:cxn modelId="{5EAEF5C2-8974-2340-949E-7EF603D5FADA}" type="presParOf" srcId="{1897366C-7612-3E43-A356-0DEF6B8FE96A}" destId="{9B57E2B6-43E4-FF43-88E3-96EFBEFE898E}" srcOrd="2" destOrd="0" presId="urn:microsoft.com/office/officeart/2005/8/layout/hierarchy3"/>
    <dgm:cxn modelId="{E5374CE8-E90B-1C47-B052-25EC216CBAD7}" type="presParOf" srcId="{1897366C-7612-3E43-A356-0DEF6B8FE96A}" destId="{F24BADFC-70CA-DC44-A456-A1416C7AB9C8}"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9F1561-3535-4DAC-9F11-688B2D9F4400}">
      <dsp:nvSpPr>
        <dsp:cNvPr id="0" name=""/>
        <dsp:cNvSpPr/>
      </dsp:nvSpPr>
      <dsp:spPr>
        <a:xfrm>
          <a:off x="488651" y="333289"/>
          <a:ext cx="944915" cy="944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36B6BB-1501-485A-87D3-4BE2B03CA956}">
      <dsp:nvSpPr>
        <dsp:cNvPr id="0" name=""/>
        <dsp:cNvSpPr/>
      </dsp:nvSpPr>
      <dsp:spPr>
        <a:xfrm>
          <a:off x="687083" y="531721"/>
          <a:ext cx="548050" cy="5480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288DB8-45C0-4BB4-B848-F64807EC4C37}">
      <dsp:nvSpPr>
        <dsp:cNvPr id="0" name=""/>
        <dsp:cNvSpPr/>
      </dsp:nvSpPr>
      <dsp:spPr>
        <a:xfrm>
          <a:off x="1636048" y="333289"/>
          <a:ext cx="2227299" cy="944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AE" sz="1100" b="1" kern="1200" dirty="0"/>
            <a:t>Security Assessment Report</a:t>
          </a:r>
          <a:r>
            <a:rPr lang="en-AE" sz="1100" kern="1200" dirty="0"/>
            <a:t>: This report summarizes the findings of the security assessment conducted on the client's systems, networks, and infrastructure. It includes an analysis of vulnerabilities, risks, and gaps in the existing security posture. </a:t>
          </a:r>
          <a:endParaRPr lang="en-US" sz="1100" kern="1200" dirty="0"/>
        </a:p>
      </dsp:txBody>
      <dsp:txXfrm>
        <a:off x="1636048" y="333289"/>
        <a:ext cx="2227299" cy="944915"/>
      </dsp:txXfrm>
    </dsp:sp>
    <dsp:sp modelId="{37EE9385-90D6-46BD-B1A0-C26A0D690B9F}">
      <dsp:nvSpPr>
        <dsp:cNvPr id="0" name=""/>
        <dsp:cNvSpPr/>
      </dsp:nvSpPr>
      <dsp:spPr>
        <a:xfrm>
          <a:off x="4251438" y="333289"/>
          <a:ext cx="944915" cy="944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957290-391C-4DA4-9684-C063551FCCAD}">
      <dsp:nvSpPr>
        <dsp:cNvPr id="0" name=""/>
        <dsp:cNvSpPr/>
      </dsp:nvSpPr>
      <dsp:spPr>
        <a:xfrm>
          <a:off x="4449870" y="531721"/>
          <a:ext cx="548050" cy="5480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E289F6-80C3-4061-8DA8-F798BC9E449B}">
      <dsp:nvSpPr>
        <dsp:cNvPr id="0" name=""/>
        <dsp:cNvSpPr/>
      </dsp:nvSpPr>
      <dsp:spPr>
        <a:xfrm>
          <a:off x="5398835" y="333289"/>
          <a:ext cx="2227299" cy="944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AE" sz="1100" b="1" kern="1200"/>
            <a:t>Security Strategy and Roadmap</a:t>
          </a:r>
          <a:r>
            <a:rPr lang="en-AE" sz="1100" kern="1200"/>
            <a:t>: Based on the assessment findings, a comprehensive security strategy and roadmap are developed. This document outlines the recommended security measures, prioritized action items, and a timeline for implementation. </a:t>
          </a:r>
          <a:endParaRPr lang="en-US" sz="1100" kern="1200"/>
        </a:p>
      </dsp:txBody>
      <dsp:txXfrm>
        <a:off x="5398835" y="333289"/>
        <a:ext cx="2227299" cy="944915"/>
      </dsp:txXfrm>
    </dsp:sp>
    <dsp:sp modelId="{4D6E002D-6CD5-46D1-ABBC-8B1E14A89E6F}">
      <dsp:nvSpPr>
        <dsp:cNvPr id="0" name=""/>
        <dsp:cNvSpPr/>
      </dsp:nvSpPr>
      <dsp:spPr>
        <a:xfrm>
          <a:off x="8014224" y="333289"/>
          <a:ext cx="944915" cy="944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F5CF30-1924-40A0-B94C-BC0F8145B405}">
      <dsp:nvSpPr>
        <dsp:cNvPr id="0" name=""/>
        <dsp:cNvSpPr/>
      </dsp:nvSpPr>
      <dsp:spPr>
        <a:xfrm>
          <a:off x="8212657" y="531721"/>
          <a:ext cx="548050" cy="5480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2C9A56-E885-4F58-9190-020521591B45}">
      <dsp:nvSpPr>
        <dsp:cNvPr id="0" name=""/>
        <dsp:cNvSpPr/>
      </dsp:nvSpPr>
      <dsp:spPr>
        <a:xfrm>
          <a:off x="9161621" y="333289"/>
          <a:ext cx="2227299" cy="944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AE" sz="1100" b="1" kern="1200"/>
            <a:t>Compliance Documentation:</a:t>
          </a:r>
          <a:r>
            <a:rPr lang="en-AE" sz="1100" kern="1200"/>
            <a:t> If the client needs to comply with specific industry standards or regulations, compliance documentation is prepared. This may include a gap analysis report, risk treatment plan, and evidence of compliance with relevant standards (e.g., ISO 27001 certification). </a:t>
          </a:r>
          <a:endParaRPr lang="en-US" sz="1100" kern="1200"/>
        </a:p>
      </dsp:txBody>
      <dsp:txXfrm>
        <a:off x="9161621" y="333289"/>
        <a:ext cx="2227299" cy="944915"/>
      </dsp:txXfrm>
    </dsp:sp>
    <dsp:sp modelId="{31D1D2FF-139C-49D6-8501-C07D4649D0F7}">
      <dsp:nvSpPr>
        <dsp:cNvPr id="0" name=""/>
        <dsp:cNvSpPr/>
      </dsp:nvSpPr>
      <dsp:spPr>
        <a:xfrm>
          <a:off x="488651" y="1801805"/>
          <a:ext cx="944915" cy="944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3B0683-84CD-4509-B16B-4DF62E8514A6}">
      <dsp:nvSpPr>
        <dsp:cNvPr id="0" name=""/>
        <dsp:cNvSpPr/>
      </dsp:nvSpPr>
      <dsp:spPr>
        <a:xfrm>
          <a:off x="687083" y="2000238"/>
          <a:ext cx="548050" cy="54805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2801E1-2834-4E50-8E96-CEC50A1CC421}">
      <dsp:nvSpPr>
        <dsp:cNvPr id="0" name=""/>
        <dsp:cNvSpPr/>
      </dsp:nvSpPr>
      <dsp:spPr>
        <a:xfrm>
          <a:off x="1636048" y="1801805"/>
          <a:ext cx="2227299" cy="944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AE" sz="1100" b="1" kern="1200"/>
            <a:t>Security Controls Implementation Plan</a:t>
          </a:r>
          <a:r>
            <a:rPr lang="en-AE" sz="1100" kern="1200"/>
            <a:t>: A detailed plan for implementing security controls and technologies is developed. This plan includes specifications for hardware/software installations, configuration guidelines, and deployment strategies. </a:t>
          </a:r>
          <a:endParaRPr lang="en-US" sz="1100" kern="1200"/>
        </a:p>
      </dsp:txBody>
      <dsp:txXfrm>
        <a:off x="1636048" y="1801805"/>
        <a:ext cx="2227299" cy="944915"/>
      </dsp:txXfrm>
    </dsp:sp>
    <dsp:sp modelId="{8FDF45FC-6D62-435F-A36C-B41074413CDF}">
      <dsp:nvSpPr>
        <dsp:cNvPr id="0" name=""/>
        <dsp:cNvSpPr/>
      </dsp:nvSpPr>
      <dsp:spPr>
        <a:xfrm>
          <a:off x="4251438" y="1801805"/>
          <a:ext cx="944915" cy="944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09C8FF-61D1-4294-8772-E57518C4A4B4}">
      <dsp:nvSpPr>
        <dsp:cNvPr id="0" name=""/>
        <dsp:cNvSpPr/>
      </dsp:nvSpPr>
      <dsp:spPr>
        <a:xfrm>
          <a:off x="4449870" y="2000238"/>
          <a:ext cx="548050" cy="54805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B9F5C5-668E-4324-97BD-ED920B680BED}">
      <dsp:nvSpPr>
        <dsp:cNvPr id="0" name=""/>
        <dsp:cNvSpPr/>
      </dsp:nvSpPr>
      <dsp:spPr>
        <a:xfrm>
          <a:off x="5398835" y="1801805"/>
          <a:ext cx="2227299" cy="944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AE" sz="1100" b="1" kern="1200"/>
            <a:t>Monitoring and Reporting Mechanisms:</a:t>
          </a:r>
          <a:r>
            <a:rPr lang="en-AE" sz="1100" kern="1200"/>
            <a:t> Recommendations are made for implementing continuous monitoring tools and reporting mechanisms to track security events, detect anomalies, and generate security reports. </a:t>
          </a:r>
          <a:endParaRPr lang="en-US" sz="1100" kern="1200"/>
        </a:p>
      </dsp:txBody>
      <dsp:txXfrm>
        <a:off x="5398835" y="1801805"/>
        <a:ext cx="2227299" cy="944915"/>
      </dsp:txXfrm>
    </dsp:sp>
    <dsp:sp modelId="{006CB8F3-51AD-44E9-932F-CF1F00CDA4E8}">
      <dsp:nvSpPr>
        <dsp:cNvPr id="0" name=""/>
        <dsp:cNvSpPr/>
      </dsp:nvSpPr>
      <dsp:spPr>
        <a:xfrm>
          <a:off x="8014224" y="1801805"/>
          <a:ext cx="944915" cy="944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B4D1B8-A280-4443-88D2-951FA48282E9}">
      <dsp:nvSpPr>
        <dsp:cNvPr id="0" name=""/>
        <dsp:cNvSpPr/>
      </dsp:nvSpPr>
      <dsp:spPr>
        <a:xfrm>
          <a:off x="8212657" y="2000238"/>
          <a:ext cx="548050" cy="54805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6A763C-7262-4F6C-BE30-141AAD0030E1}">
      <dsp:nvSpPr>
        <dsp:cNvPr id="0" name=""/>
        <dsp:cNvSpPr/>
      </dsp:nvSpPr>
      <dsp:spPr>
        <a:xfrm>
          <a:off x="9161621" y="1801805"/>
          <a:ext cx="2227299" cy="944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AE" sz="1100" b="1" kern="1200"/>
            <a:t>Documentation and Handover:</a:t>
          </a:r>
          <a:r>
            <a:rPr lang="en-AE" sz="1100" kern="1200"/>
            <a:t> All deliverables are documented and organized for easy reference. A final handover meeting is conducted to review the deliverables with the client's stakeholders and address any questions or concerns. </a:t>
          </a:r>
          <a:endParaRPr lang="en-US" sz="1100" kern="1200"/>
        </a:p>
      </dsp:txBody>
      <dsp:txXfrm>
        <a:off x="9161621" y="1801805"/>
        <a:ext cx="2227299" cy="9449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A4BDEB-4BAE-3745-BE32-0883B0F8DAE1}">
      <dsp:nvSpPr>
        <dsp:cNvPr id="0" name=""/>
        <dsp:cNvSpPr/>
      </dsp:nvSpPr>
      <dsp:spPr>
        <a:xfrm>
          <a:off x="150912" y="1390"/>
          <a:ext cx="2553115" cy="104024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justLow" defTabSz="355600">
            <a:lnSpc>
              <a:spcPct val="90000"/>
            </a:lnSpc>
            <a:spcBef>
              <a:spcPct val="0"/>
            </a:spcBef>
            <a:spcAft>
              <a:spcPct val="35000"/>
            </a:spcAft>
            <a:buNone/>
          </a:pPr>
          <a:r>
            <a:rPr lang="en-AE" sz="800" b="1" kern="1200" dirty="0"/>
            <a:t>Identify Data Owners:</a:t>
          </a:r>
          <a:r>
            <a:rPr lang="en-AE" sz="800" kern="1200" dirty="0"/>
            <a:t> Assign ownership of data to individuals or departments within the organization. Data owners are responsible for determining the sensitivity and value of the data they manage. </a:t>
          </a:r>
          <a:endParaRPr lang="en-US" sz="800" kern="1200" dirty="0"/>
        </a:p>
      </dsp:txBody>
      <dsp:txXfrm>
        <a:off x="181380" y="31858"/>
        <a:ext cx="2492179" cy="979312"/>
      </dsp:txXfrm>
    </dsp:sp>
    <dsp:sp modelId="{C4A63115-F908-0D4F-A48A-E0887C8C3B3E}">
      <dsp:nvSpPr>
        <dsp:cNvPr id="0" name=""/>
        <dsp:cNvSpPr/>
      </dsp:nvSpPr>
      <dsp:spPr>
        <a:xfrm>
          <a:off x="2839363" y="330813"/>
          <a:ext cx="326036" cy="38140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2839363" y="407093"/>
        <a:ext cx="228225" cy="228841"/>
      </dsp:txXfrm>
    </dsp:sp>
    <dsp:sp modelId="{E5A4AFC6-BE18-FF40-97D4-79D458B8ED38}">
      <dsp:nvSpPr>
        <dsp:cNvPr id="0" name=""/>
        <dsp:cNvSpPr/>
      </dsp:nvSpPr>
      <dsp:spPr>
        <a:xfrm>
          <a:off x="3319191" y="45926"/>
          <a:ext cx="2737202" cy="95117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t" anchorCtr="0">
          <a:noAutofit/>
        </a:bodyPr>
        <a:lstStyle/>
        <a:p>
          <a:pPr marL="0" lvl="0" indent="0" algn="l" defTabSz="244475">
            <a:lnSpc>
              <a:spcPct val="90000"/>
            </a:lnSpc>
            <a:spcBef>
              <a:spcPct val="0"/>
            </a:spcBef>
            <a:spcAft>
              <a:spcPct val="35000"/>
            </a:spcAft>
            <a:buNone/>
          </a:pPr>
          <a:r>
            <a:rPr lang="en-AE" sz="550" b="1" kern="1200" dirty="0"/>
            <a:t>Define Data Classification Levels</a:t>
          </a:r>
          <a:r>
            <a:rPr lang="en-AE" sz="550" kern="1200" dirty="0"/>
            <a:t>: Establish a classification scheme that defines different levels of sensitivity or confidentiality for data. Common classification levels include: </a:t>
          </a:r>
          <a:endParaRPr lang="en-US" sz="550" kern="1200" dirty="0"/>
        </a:p>
        <a:p>
          <a:pPr marL="57150" lvl="1" indent="-57150" algn="l" defTabSz="244475">
            <a:lnSpc>
              <a:spcPct val="90000"/>
            </a:lnSpc>
            <a:spcBef>
              <a:spcPct val="0"/>
            </a:spcBef>
            <a:spcAft>
              <a:spcPct val="15000"/>
            </a:spcAft>
            <a:buChar char="•"/>
          </a:pPr>
          <a:r>
            <a:rPr lang="en-AE" sz="550" kern="1200" dirty="0"/>
            <a:t>Public: Data that is intended for unrestricted access and does not contain sensitive information. </a:t>
          </a:r>
          <a:endParaRPr lang="en-US" sz="550" kern="1200" dirty="0"/>
        </a:p>
        <a:p>
          <a:pPr marL="57150" lvl="1" indent="-57150" algn="l" defTabSz="244475">
            <a:lnSpc>
              <a:spcPct val="90000"/>
            </a:lnSpc>
            <a:spcBef>
              <a:spcPct val="0"/>
            </a:spcBef>
            <a:spcAft>
              <a:spcPct val="15000"/>
            </a:spcAft>
            <a:buChar char="•"/>
          </a:pPr>
          <a:r>
            <a:rPr lang="en-AE" sz="550" kern="1200" dirty="0"/>
            <a:t>Internal Use Only: Data that is restricted to employees and authorized personnel within the organization. </a:t>
          </a:r>
          <a:endParaRPr lang="en-US" sz="550" kern="1200" dirty="0"/>
        </a:p>
        <a:p>
          <a:pPr marL="57150" lvl="1" indent="-57150" algn="l" defTabSz="244475">
            <a:lnSpc>
              <a:spcPct val="90000"/>
            </a:lnSpc>
            <a:spcBef>
              <a:spcPct val="0"/>
            </a:spcBef>
            <a:spcAft>
              <a:spcPct val="15000"/>
            </a:spcAft>
            <a:buChar char="•"/>
          </a:pPr>
          <a:r>
            <a:rPr lang="en-AE" sz="550" kern="1200" dirty="0"/>
            <a:t>Confidential: Data that is sensitive and requires protection from unauthorized access or disclosure. </a:t>
          </a:r>
          <a:endParaRPr lang="en-US" sz="550" kern="1200" dirty="0"/>
        </a:p>
        <a:p>
          <a:pPr marL="57150" lvl="1" indent="-57150" algn="l" defTabSz="244475">
            <a:lnSpc>
              <a:spcPct val="90000"/>
            </a:lnSpc>
            <a:spcBef>
              <a:spcPct val="0"/>
            </a:spcBef>
            <a:spcAft>
              <a:spcPct val="15000"/>
            </a:spcAft>
            <a:buChar char="•"/>
          </a:pPr>
          <a:r>
            <a:rPr lang="en-AE" sz="550" kern="1200" dirty="0"/>
            <a:t>Restricted: Highly sensitive data that is subject to strict access controls and additional security measures. </a:t>
          </a:r>
          <a:endParaRPr lang="en-US" sz="550" kern="1200" dirty="0"/>
        </a:p>
      </dsp:txBody>
      <dsp:txXfrm>
        <a:off x="3347050" y="73785"/>
        <a:ext cx="2681484" cy="895457"/>
      </dsp:txXfrm>
    </dsp:sp>
    <dsp:sp modelId="{07BC2158-C5DF-BC4A-B713-D20B1AA08C24}">
      <dsp:nvSpPr>
        <dsp:cNvPr id="0" name=""/>
        <dsp:cNvSpPr/>
      </dsp:nvSpPr>
      <dsp:spPr>
        <a:xfrm rot="5413968">
          <a:off x="4508071" y="1129383"/>
          <a:ext cx="352952" cy="38140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5400000">
        <a:off x="4570341" y="1143608"/>
        <a:ext cx="228841" cy="247066"/>
      </dsp:txXfrm>
    </dsp:sp>
    <dsp:sp modelId="{1028B56B-6EA4-3C49-B295-A54CD0BDE87D}">
      <dsp:nvSpPr>
        <dsp:cNvPr id="0" name=""/>
        <dsp:cNvSpPr/>
      </dsp:nvSpPr>
      <dsp:spPr>
        <a:xfrm>
          <a:off x="3306165" y="1663045"/>
          <a:ext cx="2750229" cy="92274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just" defTabSz="355600">
            <a:lnSpc>
              <a:spcPct val="90000"/>
            </a:lnSpc>
            <a:spcBef>
              <a:spcPct val="0"/>
            </a:spcBef>
            <a:spcAft>
              <a:spcPct val="35000"/>
            </a:spcAft>
            <a:buNone/>
          </a:pPr>
          <a:r>
            <a:rPr lang="en-AE" sz="800" b="1" kern="1200" dirty="0"/>
            <a:t>Inventory Data Assets:</a:t>
          </a:r>
          <a:r>
            <a:rPr lang="en-AE" sz="800" kern="1200" dirty="0"/>
            <a:t> Identify and catalog all data assets within the organization, including databases, files, documents, and other data repositories. </a:t>
          </a:r>
          <a:endParaRPr lang="en-US" sz="800" kern="1200" dirty="0"/>
        </a:p>
      </dsp:txBody>
      <dsp:txXfrm>
        <a:off x="3333191" y="1690071"/>
        <a:ext cx="2696177" cy="868693"/>
      </dsp:txXfrm>
    </dsp:sp>
    <dsp:sp modelId="{43E08C38-78E8-6240-B017-5793E9BA0AF8}">
      <dsp:nvSpPr>
        <dsp:cNvPr id="0" name=""/>
        <dsp:cNvSpPr/>
      </dsp:nvSpPr>
      <dsp:spPr>
        <a:xfrm rot="10800000">
          <a:off x="2844792" y="1933717"/>
          <a:ext cx="326036" cy="38140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10800000">
        <a:off x="2942603" y="2009997"/>
        <a:ext cx="228225" cy="228841"/>
      </dsp:txXfrm>
    </dsp:sp>
    <dsp:sp modelId="{82BDE5F6-0EF2-BF4F-BB1D-C6592AC1FD35}">
      <dsp:nvSpPr>
        <dsp:cNvPr id="0" name=""/>
        <dsp:cNvSpPr/>
      </dsp:nvSpPr>
      <dsp:spPr>
        <a:xfrm>
          <a:off x="134348" y="1656802"/>
          <a:ext cx="2556652" cy="93523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just" defTabSz="355600">
            <a:lnSpc>
              <a:spcPct val="90000"/>
            </a:lnSpc>
            <a:spcBef>
              <a:spcPct val="0"/>
            </a:spcBef>
            <a:spcAft>
              <a:spcPct val="35000"/>
            </a:spcAft>
            <a:buNone/>
          </a:pPr>
          <a:r>
            <a:rPr lang="en-AE" sz="800" b="1" kern="1200" dirty="0"/>
            <a:t>Assign Classification Labels:</a:t>
          </a:r>
          <a:r>
            <a:rPr lang="en-AE" sz="800" kern="1200" dirty="0"/>
            <a:t> Apply appropriate classification labels to each data asset based on its sensitivity and value. This labeling may be manual or automated, depending on the organization's capabilities and tools. </a:t>
          </a:r>
          <a:endParaRPr lang="en-US" sz="800" kern="1200" dirty="0"/>
        </a:p>
      </dsp:txBody>
      <dsp:txXfrm>
        <a:off x="161740" y="1684194"/>
        <a:ext cx="2501868" cy="880446"/>
      </dsp:txXfrm>
    </dsp:sp>
    <dsp:sp modelId="{DC358CB3-EF8F-1541-8C96-BD73E631B23C}">
      <dsp:nvSpPr>
        <dsp:cNvPr id="0" name=""/>
        <dsp:cNvSpPr/>
      </dsp:nvSpPr>
      <dsp:spPr>
        <a:xfrm rot="5342279">
          <a:off x="1262495" y="2699687"/>
          <a:ext cx="326082" cy="38140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5400000">
        <a:off x="1310294" y="2727353"/>
        <a:ext cx="228841" cy="228257"/>
      </dsp:txXfrm>
    </dsp:sp>
    <dsp:sp modelId="{A7CE5C4E-9ABB-6345-99F0-62C9EE4BFD41}">
      <dsp:nvSpPr>
        <dsp:cNvPr id="0" name=""/>
        <dsp:cNvSpPr/>
      </dsp:nvSpPr>
      <dsp:spPr>
        <a:xfrm>
          <a:off x="134348" y="3207197"/>
          <a:ext cx="2608510" cy="92274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just" defTabSz="355600">
            <a:lnSpc>
              <a:spcPct val="90000"/>
            </a:lnSpc>
            <a:spcBef>
              <a:spcPct val="0"/>
            </a:spcBef>
            <a:spcAft>
              <a:spcPct val="35000"/>
            </a:spcAft>
            <a:buNone/>
          </a:pPr>
          <a:r>
            <a:rPr lang="en-AE" sz="800" b="1" kern="1200" dirty="0"/>
            <a:t>Establish Handling Procedures</a:t>
          </a:r>
          <a:r>
            <a:rPr lang="en-AE" sz="800" kern="1200" dirty="0"/>
            <a:t>: Develop and communicate procedures for handling, storing, transmitting, and disposing of data based on its classification. This ensures that employees understand their responsibilities for protecting sensitive information and complying with data protection policies. </a:t>
          </a:r>
          <a:endParaRPr lang="en-US" sz="800" kern="1200" dirty="0"/>
        </a:p>
      </dsp:txBody>
      <dsp:txXfrm>
        <a:off x="161374" y="3234223"/>
        <a:ext cx="2554458" cy="868693"/>
      </dsp:txXfrm>
    </dsp:sp>
    <dsp:sp modelId="{52766BDB-C3EC-154E-B35C-D57881849C09}">
      <dsp:nvSpPr>
        <dsp:cNvPr id="0" name=""/>
        <dsp:cNvSpPr/>
      </dsp:nvSpPr>
      <dsp:spPr>
        <a:xfrm rot="21588283">
          <a:off x="2878194" y="3472407"/>
          <a:ext cx="326038" cy="38140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2878194" y="3548854"/>
        <a:ext cx="228227" cy="228841"/>
      </dsp:txXfrm>
    </dsp:sp>
    <dsp:sp modelId="{ACD4760B-DD0A-4A4C-8D77-4B33F0487A9F}">
      <dsp:nvSpPr>
        <dsp:cNvPr id="0" name=""/>
        <dsp:cNvSpPr/>
      </dsp:nvSpPr>
      <dsp:spPr>
        <a:xfrm>
          <a:off x="3358023" y="3196041"/>
          <a:ext cx="2707705" cy="92274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just" defTabSz="355600">
            <a:lnSpc>
              <a:spcPct val="90000"/>
            </a:lnSpc>
            <a:spcBef>
              <a:spcPct val="0"/>
            </a:spcBef>
            <a:spcAft>
              <a:spcPct val="35000"/>
            </a:spcAft>
            <a:buNone/>
          </a:pPr>
          <a:r>
            <a:rPr lang="en-AE" sz="800" b="1" kern="1200"/>
            <a:t>Monitor and Audit Access</a:t>
          </a:r>
          <a:r>
            <a:rPr lang="en-AE" sz="800" kern="1200"/>
            <a:t>: Implement monitoring and auditing mechanisms to track access to sensitive data and detect any unauthorized or suspicious activities. Regularly review access logs and audit trails to ensure compliance with security policies and regulations. </a:t>
          </a:r>
          <a:endParaRPr lang="en-US" sz="800" kern="1200"/>
        </a:p>
      </dsp:txBody>
      <dsp:txXfrm>
        <a:off x="3385049" y="3223067"/>
        <a:ext cx="2653653" cy="868693"/>
      </dsp:txXfrm>
    </dsp:sp>
    <dsp:sp modelId="{3684FD02-E64B-1D4F-83D5-D83437E4FD62}">
      <dsp:nvSpPr>
        <dsp:cNvPr id="0" name=""/>
        <dsp:cNvSpPr/>
      </dsp:nvSpPr>
      <dsp:spPr>
        <a:xfrm rot="5364916">
          <a:off x="4553701" y="4231851"/>
          <a:ext cx="331966" cy="38140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5400000">
        <a:off x="4604755" y="4256572"/>
        <a:ext cx="228841" cy="232376"/>
      </dsp:txXfrm>
    </dsp:sp>
    <dsp:sp modelId="{78DEC2DD-6C08-1641-9A6B-A5603579BB19}">
      <dsp:nvSpPr>
        <dsp:cNvPr id="0" name=""/>
        <dsp:cNvSpPr/>
      </dsp:nvSpPr>
      <dsp:spPr>
        <a:xfrm>
          <a:off x="3389642" y="4745107"/>
          <a:ext cx="2676086" cy="92274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just" defTabSz="355600">
            <a:lnSpc>
              <a:spcPct val="90000"/>
            </a:lnSpc>
            <a:spcBef>
              <a:spcPct val="0"/>
            </a:spcBef>
            <a:spcAft>
              <a:spcPct val="35000"/>
            </a:spcAft>
            <a:buNone/>
          </a:pPr>
          <a:r>
            <a:rPr lang="en-AE" sz="800" b="1" kern="1200" dirty="0"/>
            <a:t>Review and Update Classification</a:t>
          </a:r>
          <a:r>
            <a:rPr lang="en-AE" sz="800" kern="1200" dirty="0"/>
            <a:t>: Regularly review and update the classification of data assets as their sensitivity or value changes over time. This may be triggered by changes in business requirements, regulatory requirements, or the data itself. </a:t>
          </a:r>
          <a:endParaRPr lang="en-US" sz="800" kern="1200" dirty="0"/>
        </a:p>
      </dsp:txBody>
      <dsp:txXfrm>
        <a:off x="3416668" y="4772133"/>
        <a:ext cx="2622034" cy="868693"/>
      </dsp:txXfrm>
    </dsp:sp>
    <dsp:sp modelId="{3F59D23C-ED79-0846-ABC4-A04E5E568CB2}">
      <dsp:nvSpPr>
        <dsp:cNvPr id="0" name=""/>
        <dsp:cNvSpPr/>
      </dsp:nvSpPr>
      <dsp:spPr>
        <a:xfrm rot="10798566">
          <a:off x="2782602" y="5016483"/>
          <a:ext cx="381691" cy="38140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rtl="0">
            <a:lnSpc>
              <a:spcPct val="90000"/>
            </a:lnSpc>
            <a:spcBef>
              <a:spcPct val="0"/>
            </a:spcBef>
            <a:spcAft>
              <a:spcPct val="35000"/>
            </a:spcAft>
            <a:buNone/>
          </a:pPr>
          <a:endParaRPr lang="en-US" sz="700" kern="1200"/>
        </a:p>
      </dsp:txBody>
      <dsp:txXfrm rot="10800000">
        <a:off x="2897022" y="5092739"/>
        <a:ext cx="267271" cy="228841"/>
      </dsp:txXfrm>
    </dsp:sp>
    <dsp:sp modelId="{ED6A6410-B053-0942-B01F-C25E7615D0B8}">
      <dsp:nvSpPr>
        <dsp:cNvPr id="0" name=""/>
        <dsp:cNvSpPr/>
      </dsp:nvSpPr>
      <dsp:spPr>
        <a:xfrm>
          <a:off x="119338" y="4746498"/>
          <a:ext cx="2550131" cy="92274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just" defTabSz="355600">
            <a:lnSpc>
              <a:spcPct val="90000"/>
            </a:lnSpc>
            <a:spcBef>
              <a:spcPct val="0"/>
            </a:spcBef>
            <a:spcAft>
              <a:spcPct val="35000"/>
            </a:spcAft>
            <a:buNone/>
          </a:pPr>
          <a:r>
            <a:rPr lang="en-AE" sz="800" b="1" kern="1200" dirty="0"/>
            <a:t>Provide Training and Awareness:</a:t>
          </a:r>
          <a:r>
            <a:rPr lang="en-AE" sz="800" kern="1200" dirty="0"/>
            <a:t> Conduct training and awareness programs to educate employees about the importance of data classification, their roles and responsibilities in protecting sensitive information, and the procedures for handling classified data securely. </a:t>
          </a:r>
          <a:endParaRPr lang="en-US" sz="800" kern="1200" dirty="0"/>
        </a:p>
      </dsp:txBody>
      <dsp:txXfrm>
        <a:off x="146364" y="4773524"/>
        <a:ext cx="2496079" cy="86869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68B214-DDCC-4E8A-BB52-A07F6D8C5AEC}">
      <dsp:nvSpPr>
        <dsp:cNvPr id="0" name=""/>
        <dsp:cNvSpPr/>
      </dsp:nvSpPr>
      <dsp:spPr>
        <a:xfrm>
          <a:off x="505267" y="733"/>
          <a:ext cx="673745" cy="67374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3E1160-4C39-443D-8422-4B8FEA96A75D}">
      <dsp:nvSpPr>
        <dsp:cNvPr id="0" name=""/>
        <dsp:cNvSpPr/>
      </dsp:nvSpPr>
      <dsp:spPr>
        <a:xfrm>
          <a:off x="646753" y="142219"/>
          <a:ext cx="390772" cy="39077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898BAD-BB67-47B3-8BD5-0FFD07E92398}">
      <dsp:nvSpPr>
        <dsp:cNvPr id="0" name=""/>
        <dsp:cNvSpPr/>
      </dsp:nvSpPr>
      <dsp:spPr>
        <a:xfrm>
          <a:off x="1323386" y="733"/>
          <a:ext cx="1588113" cy="673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355600">
            <a:lnSpc>
              <a:spcPct val="100000"/>
            </a:lnSpc>
            <a:spcBef>
              <a:spcPct val="0"/>
            </a:spcBef>
            <a:spcAft>
              <a:spcPct val="35000"/>
            </a:spcAft>
            <a:buNone/>
          </a:pPr>
          <a:r>
            <a:rPr lang="en-AE" sz="800" b="1" kern="1200" dirty="0"/>
            <a:t>Assessment of Current Infrastructure:</a:t>
          </a:r>
          <a:r>
            <a:rPr lang="en-AE" sz="800" kern="1200" dirty="0"/>
            <a:t> This involves understanding the existing hardware, software, network configurations, and data storage systems in the on-premises environment. </a:t>
          </a:r>
          <a:endParaRPr lang="en-US" sz="800" kern="1200" dirty="0"/>
        </a:p>
      </dsp:txBody>
      <dsp:txXfrm>
        <a:off x="1323386" y="733"/>
        <a:ext cx="1588113" cy="673745"/>
      </dsp:txXfrm>
    </dsp:sp>
    <dsp:sp modelId="{3A007389-D5A2-4733-9B33-B671FA0D9814}">
      <dsp:nvSpPr>
        <dsp:cNvPr id="0" name=""/>
        <dsp:cNvSpPr/>
      </dsp:nvSpPr>
      <dsp:spPr>
        <a:xfrm>
          <a:off x="3188216" y="733"/>
          <a:ext cx="673745" cy="67374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5B99EB-2680-4118-8E6F-85BED8FDA0E8}">
      <dsp:nvSpPr>
        <dsp:cNvPr id="0" name=""/>
        <dsp:cNvSpPr/>
      </dsp:nvSpPr>
      <dsp:spPr>
        <a:xfrm>
          <a:off x="3329702" y="142219"/>
          <a:ext cx="390772" cy="39077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4AE0F9-54DD-4D4A-8FEB-12785C621064}">
      <dsp:nvSpPr>
        <dsp:cNvPr id="0" name=""/>
        <dsp:cNvSpPr/>
      </dsp:nvSpPr>
      <dsp:spPr>
        <a:xfrm>
          <a:off x="4006335" y="733"/>
          <a:ext cx="1588113" cy="673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355600">
            <a:lnSpc>
              <a:spcPct val="100000"/>
            </a:lnSpc>
            <a:spcBef>
              <a:spcPct val="0"/>
            </a:spcBef>
            <a:spcAft>
              <a:spcPct val="35000"/>
            </a:spcAft>
            <a:buNone/>
          </a:pPr>
          <a:r>
            <a:rPr lang="en-AE" sz="800" b="1" kern="1200" dirty="0"/>
            <a:t>Scalability and Performance:</a:t>
          </a:r>
          <a:r>
            <a:rPr lang="en-AE" sz="800" kern="1200" dirty="0"/>
            <a:t> Evaluating whether the current architecture can accommodate growth in terms of users, data volume, and transactions without compromising performance. </a:t>
          </a:r>
          <a:endParaRPr lang="en-US" sz="800" kern="1200" dirty="0"/>
        </a:p>
      </dsp:txBody>
      <dsp:txXfrm>
        <a:off x="4006335" y="733"/>
        <a:ext cx="1588113" cy="673745"/>
      </dsp:txXfrm>
    </dsp:sp>
    <dsp:sp modelId="{53F82E2F-361D-4CC2-867C-4EBCF7F33A1D}">
      <dsp:nvSpPr>
        <dsp:cNvPr id="0" name=""/>
        <dsp:cNvSpPr/>
      </dsp:nvSpPr>
      <dsp:spPr>
        <a:xfrm>
          <a:off x="505267" y="1195477"/>
          <a:ext cx="673745" cy="67374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5ABD34-9CC5-4539-9A1F-5E345B88E6C2}">
      <dsp:nvSpPr>
        <dsp:cNvPr id="0" name=""/>
        <dsp:cNvSpPr/>
      </dsp:nvSpPr>
      <dsp:spPr>
        <a:xfrm>
          <a:off x="646753" y="1336963"/>
          <a:ext cx="390772" cy="39077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4857206-CFB4-497E-B512-E1432B10B14B}">
      <dsp:nvSpPr>
        <dsp:cNvPr id="0" name=""/>
        <dsp:cNvSpPr/>
      </dsp:nvSpPr>
      <dsp:spPr>
        <a:xfrm>
          <a:off x="1323386" y="1195477"/>
          <a:ext cx="1588113" cy="673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400050">
            <a:lnSpc>
              <a:spcPct val="100000"/>
            </a:lnSpc>
            <a:spcBef>
              <a:spcPct val="0"/>
            </a:spcBef>
            <a:spcAft>
              <a:spcPct val="35000"/>
            </a:spcAft>
            <a:buNone/>
          </a:pPr>
          <a:r>
            <a:rPr lang="en-AE" sz="900" b="1" kern="1200" dirty="0"/>
            <a:t>Security and Compliance:</a:t>
          </a:r>
          <a:r>
            <a:rPr lang="en-AE" sz="900" kern="1200" dirty="0"/>
            <a:t> Reviewing security measures such as firewalls, intrusion detection systems, access controls, and compliance with industry standards and regulations (e.g., GDPR, HIPAA). </a:t>
          </a:r>
          <a:endParaRPr lang="en-US" sz="900" kern="1200" dirty="0"/>
        </a:p>
      </dsp:txBody>
      <dsp:txXfrm>
        <a:off x="1323386" y="1195477"/>
        <a:ext cx="1588113" cy="673745"/>
      </dsp:txXfrm>
    </dsp:sp>
    <dsp:sp modelId="{7BCB312D-EC5B-40DF-B274-A7CFB2F8A33F}">
      <dsp:nvSpPr>
        <dsp:cNvPr id="0" name=""/>
        <dsp:cNvSpPr/>
      </dsp:nvSpPr>
      <dsp:spPr>
        <a:xfrm>
          <a:off x="3188216" y="1195477"/>
          <a:ext cx="673745" cy="67374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B5D565-F73C-4E49-8386-FE3F2098C142}">
      <dsp:nvSpPr>
        <dsp:cNvPr id="0" name=""/>
        <dsp:cNvSpPr/>
      </dsp:nvSpPr>
      <dsp:spPr>
        <a:xfrm>
          <a:off x="3329702" y="1336963"/>
          <a:ext cx="390772" cy="39077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E67142-D150-4DC7-AACC-AD34CE8192E9}">
      <dsp:nvSpPr>
        <dsp:cNvPr id="0" name=""/>
        <dsp:cNvSpPr/>
      </dsp:nvSpPr>
      <dsp:spPr>
        <a:xfrm>
          <a:off x="4006335" y="1195477"/>
          <a:ext cx="1588113" cy="673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400050">
            <a:lnSpc>
              <a:spcPct val="100000"/>
            </a:lnSpc>
            <a:spcBef>
              <a:spcPct val="0"/>
            </a:spcBef>
            <a:spcAft>
              <a:spcPct val="35000"/>
            </a:spcAft>
            <a:buNone/>
          </a:pPr>
          <a:r>
            <a:rPr lang="en-AE" sz="900" b="1" kern="1200" dirty="0"/>
            <a:t>High Availability and Disaster </a:t>
          </a:r>
          <a:r>
            <a:rPr lang="en-AE" sz="800" b="1" kern="1200" dirty="0"/>
            <a:t>Recovery:</a:t>
          </a:r>
          <a:r>
            <a:rPr lang="en-AE" sz="800" kern="1200" dirty="0"/>
            <a:t> Analysing the resilience of the system to failures and disasters, including backup strategies, redundancy, failover mechanisms, and recovery procedures. </a:t>
          </a:r>
          <a:endParaRPr lang="en-US" sz="800" kern="1200" dirty="0"/>
        </a:p>
      </dsp:txBody>
      <dsp:txXfrm>
        <a:off x="4006335" y="1195477"/>
        <a:ext cx="1588113" cy="673745"/>
      </dsp:txXfrm>
    </dsp:sp>
    <dsp:sp modelId="{3755A8C6-CB07-4C33-9F34-4968D5429FBD}">
      <dsp:nvSpPr>
        <dsp:cNvPr id="0" name=""/>
        <dsp:cNvSpPr/>
      </dsp:nvSpPr>
      <dsp:spPr>
        <a:xfrm>
          <a:off x="505267" y="2390221"/>
          <a:ext cx="673745" cy="673745"/>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7BBC4B-DDEE-4D12-BB15-33B84F84450E}">
      <dsp:nvSpPr>
        <dsp:cNvPr id="0" name=""/>
        <dsp:cNvSpPr/>
      </dsp:nvSpPr>
      <dsp:spPr>
        <a:xfrm>
          <a:off x="646753" y="2531707"/>
          <a:ext cx="390772" cy="39077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20B384-D431-4D01-A799-850E3FA8D24D}">
      <dsp:nvSpPr>
        <dsp:cNvPr id="0" name=""/>
        <dsp:cNvSpPr/>
      </dsp:nvSpPr>
      <dsp:spPr>
        <a:xfrm>
          <a:off x="1323386" y="2390221"/>
          <a:ext cx="1588113" cy="673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355600">
            <a:lnSpc>
              <a:spcPct val="100000"/>
            </a:lnSpc>
            <a:spcBef>
              <a:spcPct val="0"/>
            </a:spcBef>
            <a:spcAft>
              <a:spcPct val="35000"/>
            </a:spcAft>
            <a:buNone/>
          </a:pPr>
          <a:r>
            <a:rPr lang="en-AE" sz="800" b="1" kern="1200" dirty="0"/>
            <a:t>Cost Optimization:</a:t>
          </a:r>
          <a:r>
            <a:rPr lang="en-AE" sz="800" kern="1200" dirty="0"/>
            <a:t> Identifying areas where costs can be reduced, such as optimizing resource utilization, licensing, and maintenance expenses. </a:t>
          </a:r>
          <a:endParaRPr lang="en-US" sz="800" kern="1200" dirty="0"/>
        </a:p>
      </dsp:txBody>
      <dsp:txXfrm>
        <a:off x="1323386" y="2390221"/>
        <a:ext cx="1588113" cy="67374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D96778-48CA-3C4D-B046-E50643F3F2CD}">
      <dsp:nvSpPr>
        <dsp:cNvPr id="0" name=""/>
        <dsp:cNvSpPr/>
      </dsp:nvSpPr>
      <dsp:spPr>
        <a:xfrm rot="5400000">
          <a:off x="-225430" y="1043347"/>
          <a:ext cx="1009143" cy="122276"/>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BEBDF268-0996-804B-B00E-05889BEC38E9}">
      <dsp:nvSpPr>
        <dsp:cNvPr id="0" name=""/>
        <dsp:cNvSpPr/>
      </dsp:nvSpPr>
      <dsp:spPr>
        <a:xfrm>
          <a:off x="2503" y="393087"/>
          <a:ext cx="1358626" cy="815175"/>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AE" sz="1600" b="1" kern="1200" dirty="0"/>
            <a:t>Architecture Review (Cloud) </a:t>
          </a:r>
          <a:endParaRPr lang="en-US" sz="1600" kern="1200" dirty="0"/>
        </a:p>
      </dsp:txBody>
      <dsp:txXfrm>
        <a:off x="26379" y="416963"/>
        <a:ext cx="1310874" cy="767423"/>
      </dsp:txXfrm>
    </dsp:sp>
    <dsp:sp modelId="{6BFC63D3-D160-2F4B-837F-699F51267D70}">
      <dsp:nvSpPr>
        <dsp:cNvPr id="0" name=""/>
        <dsp:cNvSpPr/>
      </dsp:nvSpPr>
      <dsp:spPr>
        <a:xfrm rot="5400000">
          <a:off x="-225430" y="2062317"/>
          <a:ext cx="1009143" cy="122276"/>
        </a:xfrm>
        <a:prstGeom prst="rect">
          <a:avLst/>
        </a:prstGeom>
        <a:gradFill rotWithShape="0">
          <a:gsLst>
            <a:gs pos="0">
              <a:schemeClr val="accent5">
                <a:hueOff val="-2025358"/>
                <a:satOff val="-138"/>
                <a:lumOff val="327"/>
                <a:alphaOff val="0"/>
                <a:satMod val="103000"/>
                <a:lumMod val="102000"/>
                <a:tint val="94000"/>
              </a:schemeClr>
            </a:gs>
            <a:gs pos="50000">
              <a:schemeClr val="accent5">
                <a:hueOff val="-2025358"/>
                <a:satOff val="-138"/>
                <a:lumOff val="327"/>
                <a:alphaOff val="0"/>
                <a:satMod val="110000"/>
                <a:lumMod val="100000"/>
                <a:shade val="100000"/>
              </a:schemeClr>
            </a:gs>
            <a:gs pos="100000">
              <a:schemeClr val="accent5">
                <a:hueOff val="-2025358"/>
                <a:satOff val="-138"/>
                <a:lumOff val="32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3BAA9402-9117-084A-B476-299E93139FEC}">
      <dsp:nvSpPr>
        <dsp:cNvPr id="0" name=""/>
        <dsp:cNvSpPr/>
      </dsp:nvSpPr>
      <dsp:spPr>
        <a:xfrm>
          <a:off x="2503" y="1412056"/>
          <a:ext cx="1358626" cy="815175"/>
        </a:xfrm>
        <a:prstGeom prst="roundRect">
          <a:avLst>
            <a:gd name="adj" fmla="val 10000"/>
          </a:avLst>
        </a:prstGeom>
        <a:gradFill rotWithShape="0">
          <a:gsLst>
            <a:gs pos="0">
              <a:schemeClr val="accent5">
                <a:hueOff val="-1736021"/>
                <a:satOff val="-118"/>
                <a:lumOff val="280"/>
                <a:alphaOff val="0"/>
                <a:satMod val="103000"/>
                <a:lumMod val="102000"/>
                <a:tint val="94000"/>
              </a:schemeClr>
            </a:gs>
            <a:gs pos="50000">
              <a:schemeClr val="accent5">
                <a:hueOff val="-1736021"/>
                <a:satOff val="-118"/>
                <a:lumOff val="280"/>
                <a:alphaOff val="0"/>
                <a:satMod val="110000"/>
                <a:lumMod val="100000"/>
                <a:shade val="100000"/>
              </a:schemeClr>
            </a:gs>
            <a:gs pos="100000">
              <a:schemeClr val="accent5">
                <a:hueOff val="-1736021"/>
                <a:satOff val="-118"/>
                <a:lumOff val="28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just" defTabSz="311150">
            <a:lnSpc>
              <a:spcPct val="90000"/>
            </a:lnSpc>
            <a:spcBef>
              <a:spcPct val="0"/>
            </a:spcBef>
            <a:spcAft>
              <a:spcPct val="35000"/>
            </a:spcAft>
            <a:buNone/>
          </a:pPr>
          <a:r>
            <a:rPr lang="en-AE" sz="700" b="1" kern="1200"/>
            <a:t>Cloud Provider Evaluation:</a:t>
          </a:r>
          <a:r>
            <a:rPr lang="en-AE" sz="700" kern="1200"/>
            <a:t> Assessing different cloud service providers (e.g., AWS, Azure, Google Cloud) based on factors like pricing, services offered, performance, reliability, and compliance certifications. </a:t>
          </a:r>
          <a:endParaRPr lang="en-US" sz="700" kern="1200"/>
        </a:p>
      </dsp:txBody>
      <dsp:txXfrm>
        <a:off x="26379" y="1435932"/>
        <a:ext cx="1310874" cy="767423"/>
      </dsp:txXfrm>
    </dsp:sp>
    <dsp:sp modelId="{2947238D-4B78-5540-8C09-D107FB41119F}">
      <dsp:nvSpPr>
        <dsp:cNvPr id="0" name=""/>
        <dsp:cNvSpPr/>
      </dsp:nvSpPr>
      <dsp:spPr>
        <a:xfrm>
          <a:off x="284054" y="2571801"/>
          <a:ext cx="1797146" cy="122276"/>
        </a:xfrm>
        <a:prstGeom prst="rect">
          <a:avLst/>
        </a:prstGeom>
        <a:gradFill rotWithShape="0">
          <a:gsLst>
            <a:gs pos="0">
              <a:schemeClr val="accent5">
                <a:hueOff val="-4050717"/>
                <a:satOff val="-275"/>
                <a:lumOff val="654"/>
                <a:alphaOff val="0"/>
                <a:satMod val="103000"/>
                <a:lumMod val="102000"/>
                <a:tint val="94000"/>
              </a:schemeClr>
            </a:gs>
            <a:gs pos="50000">
              <a:schemeClr val="accent5">
                <a:hueOff val="-4050717"/>
                <a:satOff val="-275"/>
                <a:lumOff val="654"/>
                <a:alphaOff val="0"/>
                <a:satMod val="110000"/>
                <a:lumMod val="100000"/>
                <a:shade val="100000"/>
              </a:schemeClr>
            </a:gs>
            <a:gs pos="100000">
              <a:schemeClr val="accent5">
                <a:hueOff val="-4050717"/>
                <a:satOff val="-275"/>
                <a:lumOff val="65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BA14DA17-05A7-6F4D-991E-4F2B83C39A00}">
      <dsp:nvSpPr>
        <dsp:cNvPr id="0" name=""/>
        <dsp:cNvSpPr/>
      </dsp:nvSpPr>
      <dsp:spPr>
        <a:xfrm>
          <a:off x="2503" y="2431026"/>
          <a:ext cx="1358626" cy="815175"/>
        </a:xfrm>
        <a:prstGeom prst="roundRect">
          <a:avLst>
            <a:gd name="adj" fmla="val 10000"/>
          </a:avLst>
        </a:prstGeom>
        <a:gradFill rotWithShape="0">
          <a:gsLst>
            <a:gs pos="0">
              <a:schemeClr val="accent5">
                <a:hueOff val="-3472043"/>
                <a:satOff val="-236"/>
                <a:lumOff val="560"/>
                <a:alphaOff val="0"/>
                <a:satMod val="103000"/>
                <a:lumMod val="102000"/>
                <a:tint val="94000"/>
              </a:schemeClr>
            </a:gs>
            <a:gs pos="50000">
              <a:schemeClr val="accent5">
                <a:hueOff val="-3472043"/>
                <a:satOff val="-236"/>
                <a:lumOff val="560"/>
                <a:alphaOff val="0"/>
                <a:satMod val="110000"/>
                <a:lumMod val="100000"/>
                <a:shade val="100000"/>
              </a:schemeClr>
            </a:gs>
            <a:gs pos="100000">
              <a:schemeClr val="accent5">
                <a:hueOff val="-3472043"/>
                <a:satOff val="-236"/>
                <a:lumOff val="56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just" defTabSz="311150">
            <a:lnSpc>
              <a:spcPct val="90000"/>
            </a:lnSpc>
            <a:spcBef>
              <a:spcPct val="0"/>
            </a:spcBef>
            <a:spcAft>
              <a:spcPct val="35000"/>
            </a:spcAft>
            <a:buNone/>
          </a:pPr>
          <a:r>
            <a:rPr lang="en-AE" sz="700" b="1" kern="1200"/>
            <a:t>Cloud Architecture Design:</a:t>
          </a:r>
          <a:r>
            <a:rPr lang="en-AE" sz="700" kern="1200"/>
            <a:t> Planning the architecture for cloud deployment, including decisions on infrastructure as a service (IaaS), platform as a service (PaaS), or software as a service (SaaS) offerings. </a:t>
          </a:r>
          <a:endParaRPr lang="en-US" sz="700" kern="1200"/>
        </a:p>
      </dsp:txBody>
      <dsp:txXfrm>
        <a:off x="26379" y="2454902"/>
        <a:ext cx="1310874" cy="767423"/>
      </dsp:txXfrm>
    </dsp:sp>
    <dsp:sp modelId="{C82D79DF-5846-4243-87B6-DEF865F1D450}">
      <dsp:nvSpPr>
        <dsp:cNvPr id="0" name=""/>
        <dsp:cNvSpPr/>
      </dsp:nvSpPr>
      <dsp:spPr>
        <a:xfrm rot="16200000">
          <a:off x="1581542" y="2062317"/>
          <a:ext cx="1009143" cy="122276"/>
        </a:xfrm>
        <a:prstGeom prst="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CDCEC395-89F8-4942-8085-FD0A5FD6B936}">
      <dsp:nvSpPr>
        <dsp:cNvPr id="0" name=""/>
        <dsp:cNvSpPr/>
      </dsp:nvSpPr>
      <dsp:spPr>
        <a:xfrm>
          <a:off x="1809475" y="2431026"/>
          <a:ext cx="1358626" cy="815175"/>
        </a:xfrm>
        <a:prstGeom prst="roundRect">
          <a:avLst>
            <a:gd name="adj" fmla="val 10000"/>
          </a:avLst>
        </a:prstGeom>
        <a:gradFill rotWithShape="0">
          <a:gsLst>
            <a:gs pos="0">
              <a:schemeClr val="accent5">
                <a:hueOff val="-5208064"/>
                <a:satOff val="-354"/>
                <a:lumOff val="840"/>
                <a:alphaOff val="0"/>
                <a:satMod val="103000"/>
                <a:lumMod val="102000"/>
                <a:tint val="94000"/>
              </a:schemeClr>
            </a:gs>
            <a:gs pos="50000">
              <a:schemeClr val="accent5">
                <a:hueOff val="-5208064"/>
                <a:satOff val="-354"/>
                <a:lumOff val="840"/>
                <a:alphaOff val="0"/>
                <a:satMod val="110000"/>
                <a:lumMod val="100000"/>
                <a:shade val="100000"/>
              </a:schemeClr>
            </a:gs>
            <a:gs pos="100000">
              <a:schemeClr val="accent5">
                <a:hueOff val="-5208064"/>
                <a:satOff val="-354"/>
                <a:lumOff val="84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just" defTabSz="311150">
            <a:lnSpc>
              <a:spcPct val="90000"/>
            </a:lnSpc>
            <a:spcBef>
              <a:spcPct val="0"/>
            </a:spcBef>
            <a:spcAft>
              <a:spcPct val="35000"/>
            </a:spcAft>
            <a:buNone/>
          </a:pPr>
          <a:r>
            <a:rPr lang="en-AE" sz="700" b="1" kern="1200"/>
            <a:t>Scalability and Elasticity:</a:t>
          </a:r>
          <a:r>
            <a:rPr lang="en-AE" sz="700" kern="1200"/>
            <a:t> Ensuring that the cloud architecture can scale up or down dynamically based on demand, utilizing features like auto-scaling and load balancing. </a:t>
          </a:r>
          <a:endParaRPr lang="en-US" sz="700" kern="1200"/>
        </a:p>
      </dsp:txBody>
      <dsp:txXfrm>
        <a:off x="1833351" y="2454902"/>
        <a:ext cx="1310874" cy="767423"/>
      </dsp:txXfrm>
    </dsp:sp>
    <dsp:sp modelId="{58CAE531-4682-C54C-836D-D78EADD79837}">
      <dsp:nvSpPr>
        <dsp:cNvPr id="0" name=""/>
        <dsp:cNvSpPr/>
      </dsp:nvSpPr>
      <dsp:spPr>
        <a:xfrm rot="16200000">
          <a:off x="1581542" y="1043347"/>
          <a:ext cx="1009143" cy="122276"/>
        </a:xfrm>
        <a:prstGeom prst="rect">
          <a:avLst/>
        </a:prstGeom>
        <a:gradFill rotWithShape="0">
          <a:gsLst>
            <a:gs pos="0">
              <a:schemeClr val="accent5">
                <a:hueOff val="-8101434"/>
                <a:satOff val="-551"/>
                <a:lumOff val="1307"/>
                <a:alphaOff val="0"/>
                <a:satMod val="103000"/>
                <a:lumMod val="102000"/>
                <a:tint val="94000"/>
              </a:schemeClr>
            </a:gs>
            <a:gs pos="50000">
              <a:schemeClr val="accent5">
                <a:hueOff val="-8101434"/>
                <a:satOff val="-551"/>
                <a:lumOff val="1307"/>
                <a:alphaOff val="0"/>
                <a:satMod val="110000"/>
                <a:lumMod val="100000"/>
                <a:shade val="100000"/>
              </a:schemeClr>
            </a:gs>
            <a:gs pos="100000">
              <a:schemeClr val="accent5">
                <a:hueOff val="-8101434"/>
                <a:satOff val="-551"/>
                <a:lumOff val="130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1841910D-CD48-E845-A4A4-F54F681B0FEB}">
      <dsp:nvSpPr>
        <dsp:cNvPr id="0" name=""/>
        <dsp:cNvSpPr/>
      </dsp:nvSpPr>
      <dsp:spPr>
        <a:xfrm>
          <a:off x="1809475" y="1412056"/>
          <a:ext cx="1358626" cy="815175"/>
        </a:xfrm>
        <a:prstGeom prst="roundRect">
          <a:avLst>
            <a:gd name="adj" fmla="val 10000"/>
          </a:avLst>
        </a:prstGeom>
        <a:gradFill rotWithShape="0">
          <a:gsLst>
            <a:gs pos="0">
              <a:schemeClr val="accent5">
                <a:hueOff val="-6944086"/>
                <a:satOff val="-472"/>
                <a:lumOff val="1121"/>
                <a:alphaOff val="0"/>
                <a:satMod val="103000"/>
                <a:lumMod val="102000"/>
                <a:tint val="94000"/>
              </a:schemeClr>
            </a:gs>
            <a:gs pos="50000">
              <a:schemeClr val="accent5">
                <a:hueOff val="-6944086"/>
                <a:satOff val="-472"/>
                <a:lumOff val="1121"/>
                <a:alphaOff val="0"/>
                <a:satMod val="110000"/>
                <a:lumMod val="100000"/>
                <a:shade val="100000"/>
              </a:schemeClr>
            </a:gs>
            <a:gs pos="100000">
              <a:schemeClr val="accent5">
                <a:hueOff val="-6944086"/>
                <a:satOff val="-472"/>
                <a:lumOff val="112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just" defTabSz="311150">
            <a:lnSpc>
              <a:spcPct val="90000"/>
            </a:lnSpc>
            <a:spcBef>
              <a:spcPct val="0"/>
            </a:spcBef>
            <a:spcAft>
              <a:spcPct val="35000"/>
            </a:spcAft>
            <a:buNone/>
          </a:pPr>
          <a:r>
            <a:rPr lang="en-AE" sz="700" b="1" kern="1200"/>
            <a:t>Security and Compliance</a:t>
          </a:r>
          <a:r>
            <a:rPr lang="en-AE" sz="700" kern="1200"/>
            <a:t>: Implementing robust security measures such as encryption, Identity and access management (IAM), network security groups, and compliance controls specific to the chosen cloud provider. </a:t>
          </a:r>
          <a:endParaRPr lang="en-US" sz="700" kern="1200"/>
        </a:p>
      </dsp:txBody>
      <dsp:txXfrm>
        <a:off x="1833351" y="1435932"/>
        <a:ext cx="1310874" cy="767423"/>
      </dsp:txXfrm>
    </dsp:sp>
    <dsp:sp modelId="{6C54081F-B7C8-CC4A-B882-91EBB1A39DA7}">
      <dsp:nvSpPr>
        <dsp:cNvPr id="0" name=""/>
        <dsp:cNvSpPr/>
      </dsp:nvSpPr>
      <dsp:spPr>
        <a:xfrm>
          <a:off x="2091027" y="533862"/>
          <a:ext cx="1797146" cy="122276"/>
        </a:xfrm>
        <a:prstGeom prst="rect">
          <a:avLst/>
        </a:prstGeom>
        <a:gradFill rotWithShape="0">
          <a:gsLst>
            <a:gs pos="0">
              <a:schemeClr val="accent5">
                <a:hueOff val="-10126791"/>
                <a:satOff val="-688"/>
                <a:lumOff val="1634"/>
                <a:alphaOff val="0"/>
                <a:satMod val="103000"/>
                <a:lumMod val="102000"/>
                <a:tint val="94000"/>
              </a:schemeClr>
            </a:gs>
            <a:gs pos="50000">
              <a:schemeClr val="accent5">
                <a:hueOff val="-10126791"/>
                <a:satOff val="-688"/>
                <a:lumOff val="1634"/>
                <a:alphaOff val="0"/>
                <a:satMod val="110000"/>
                <a:lumMod val="100000"/>
                <a:shade val="100000"/>
              </a:schemeClr>
            </a:gs>
            <a:gs pos="100000">
              <a:schemeClr val="accent5">
                <a:hueOff val="-10126791"/>
                <a:satOff val="-688"/>
                <a:lumOff val="163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20941C5E-0D6E-1941-9A79-F07012B566D1}">
      <dsp:nvSpPr>
        <dsp:cNvPr id="0" name=""/>
        <dsp:cNvSpPr/>
      </dsp:nvSpPr>
      <dsp:spPr>
        <a:xfrm>
          <a:off x="1809475" y="393087"/>
          <a:ext cx="1358626" cy="815175"/>
        </a:xfrm>
        <a:prstGeom prst="roundRect">
          <a:avLst>
            <a:gd name="adj" fmla="val 10000"/>
          </a:avLst>
        </a:prstGeom>
        <a:gradFill rotWithShape="0">
          <a:gsLst>
            <a:gs pos="0">
              <a:schemeClr val="accent5">
                <a:hueOff val="-8680107"/>
                <a:satOff val="-590"/>
                <a:lumOff val="1401"/>
                <a:alphaOff val="0"/>
                <a:satMod val="103000"/>
                <a:lumMod val="102000"/>
                <a:tint val="94000"/>
              </a:schemeClr>
            </a:gs>
            <a:gs pos="50000">
              <a:schemeClr val="accent5">
                <a:hueOff val="-8680107"/>
                <a:satOff val="-590"/>
                <a:lumOff val="1401"/>
                <a:alphaOff val="0"/>
                <a:satMod val="110000"/>
                <a:lumMod val="100000"/>
                <a:shade val="100000"/>
              </a:schemeClr>
            </a:gs>
            <a:gs pos="100000">
              <a:schemeClr val="accent5">
                <a:hueOff val="-8680107"/>
                <a:satOff val="-590"/>
                <a:lumOff val="140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just" defTabSz="311150">
            <a:lnSpc>
              <a:spcPct val="90000"/>
            </a:lnSpc>
            <a:spcBef>
              <a:spcPct val="0"/>
            </a:spcBef>
            <a:spcAft>
              <a:spcPct val="35000"/>
            </a:spcAft>
            <a:buNone/>
          </a:pPr>
          <a:r>
            <a:rPr lang="en-AE" sz="700" b="1" kern="1200" dirty="0"/>
            <a:t>Cost Management</a:t>
          </a:r>
          <a:r>
            <a:rPr lang="en-AE" sz="700" kern="1200" dirty="0"/>
            <a:t>: Optimizing cloud costs by selecting the right instance types, storage options, and pricing models, as well as implementing cost monitoring and optimization tools provided by the cloud provider. </a:t>
          </a:r>
          <a:endParaRPr lang="en-US" sz="700" kern="1200" dirty="0"/>
        </a:p>
      </dsp:txBody>
      <dsp:txXfrm>
        <a:off x="1833351" y="416963"/>
        <a:ext cx="1310874" cy="767423"/>
      </dsp:txXfrm>
    </dsp:sp>
    <dsp:sp modelId="{94D7EB25-FAB0-DB46-BB5F-A11FFCEB4B61}">
      <dsp:nvSpPr>
        <dsp:cNvPr id="0" name=""/>
        <dsp:cNvSpPr/>
      </dsp:nvSpPr>
      <dsp:spPr>
        <a:xfrm rot="5400000">
          <a:off x="3388515" y="1043347"/>
          <a:ext cx="1009143" cy="122276"/>
        </a:xfrm>
        <a:prstGeom prst="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5A668F55-D9F4-EC4A-803C-B2EB59D40EB9}">
      <dsp:nvSpPr>
        <dsp:cNvPr id="0" name=""/>
        <dsp:cNvSpPr/>
      </dsp:nvSpPr>
      <dsp:spPr>
        <a:xfrm>
          <a:off x="3616448" y="393087"/>
          <a:ext cx="1358626" cy="815175"/>
        </a:xfrm>
        <a:prstGeom prst="roundRect">
          <a:avLst>
            <a:gd name="adj" fmla="val 10000"/>
          </a:avLst>
        </a:prstGeom>
        <a:gradFill rotWithShape="0">
          <a:gsLst>
            <a:gs pos="0">
              <a:schemeClr val="accent5">
                <a:hueOff val="-10416129"/>
                <a:satOff val="-708"/>
                <a:lumOff val="1681"/>
                <a:alphaOff val="0"/>
                <a:satMod val="103000"/>
                <a:lumMod val="102000"/>
                <a:tint val="94000"/>
              </a:schemeClr>
            </a:gs>
            <a:gs pos="50000">
              <a:schemeClr val="accent5">
                <a:hueOff val="-10416129"/>
                <a:satOff val="-708"/>
                <a:lumOff val="1681"/>
                <a:alphaOff val="0"/>
                <a:satMod val="110000"/>
                <a:lumMod val="100000"/>
                <a:shade val="100000"/>
              </a:schemeClr>
            </a:gs>
            <a:gs pos="100000">
              <a:schemeClr val="accent5">
                <a:hueOff val="-10416129"/>
                <a:satOff val="-708"/>
                <a:lumOff val="16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just" defTabSz="311150">
            <a:lnSpc>
              <a:spcPct val="90000"/>
            </a:lnSpc>
            <a:spcBef>
              <a:spcPct val="0"/>
            </a:spcBef>
            <a:spcAft>
              <a:spcPct val="35000"/>
            </a:spcAft>
            <a:buNone/>
          </a:pPr>
          <a:r>
            <a:rPr lang="en-AE" sz="700" b="1" kern="1200"/>
            <a:t>Migration Strategy</a:t>
          </a:r>
          <a:r>
            <a:rPr lang="en-AE" sz="700" kern="1200"/>
            <a:t>: Planning the migration of applications, data, and services to the cloud, considering factors like data transfer methods, downtime minimization, and compatibility with cloud-native technologies. </a:t>
          </a:r>
          <a:endParaRPr lang="en-US" sz="700" kern="1200"/>
        </a:p>
      </dsp:txBody>
      <dsp:txXfrm>
        <a:off x="3640324" y="416963"/>
        <a:ext cx="1310874" cy="767423"/>
      </dsp:txXfrm>
    </dsp:sp>
    <dsp:sp modelId="{3B32081F-2873-3641-BD79-664FAF4C91BB}">
      <dsp:nvSpPr>
        <dsp:cNvPr id="0" name=""/>
        <dsp:cNvSpPr/>
      </dsp:nvSpPr>
      <dsp:spPr>
        <a:xfrm>
          <a:off x="3616448" y="1412056"/>
          <a:ext cx="1358626" cy="815175"/>
        </a:xfrm>
        <a:prstGeom prst="roundRect">
          <a:avLst>
            <a:gd name="adj" fmla="val 10000"/>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just" defTabSz="311150">
            <a:lnSpc>
              <a:spcPct val="90000"/>
            </a:lnSpc>
            <a:spcBef>
              <a:spcPct val="0"/>
            </a:spcBef>
            <a:spcAft>
              <a:spcPct val="35000"/>
            </a:spcAft>
            <a:buNone/>
          </a:pPr>
          <a:r>
            <a:rPr lang="en-AE" sz="700" b="1" kern="1200"/>
            <a:t>Operational Considerations</a:t>
          </a:r>
          <a:r>
            <a:rPr lang="en-AE" sz="700" kern="1200"/>
            <a:t>: Addressing operational aspects such as monitoring, logging, performance optimization, and DevOps practices for continuous integration and deployment (CI/CD). </a:t>
          </a:r>
          <a:endParaRPr lang="en-US" sz="700" kern="1200"/>
        </a:p>
      </dsp:txBody>
      <dsp:txXfrm>
        <a:off x="3640324" y="1435932"/>
        <a:ext cx="1310874" cy="76742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ECF1F4-C180-6540-A858-23ED708D984D}">
      <dsp:nvSpPr>
        <dsp:cNvPr id="0" name=""/>
        <dsp:cNvSpPr/>
      </dsp:nvSpPr>
      <dsp:spPr>
        <a:xfrm>
          <a:off x="1535923" y="56025"/>
          <a:ext cx="6113812" cy="980277"/>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8625" tIns="136859" rIns="118625" bIns="136859" numCol="1" spcCol="1270" anchor="ctr" anchorCtr="0">
          <a:noAutofit/>
        </a:bodyPr>
        <a:lstStyle/>
        <a:p>
          <a:pPr marL="0" lvl="0" indent="0" algn="l" defTabSz="311150">
            <a:lnSpc>
              <a:spcPct val="90000"/>
            </a:lnSpc>
            <a:spcBef>
              <a:spcPct val="0"/>
            </a:spcBef>
            <a:spcAft>
              <a:spcPct val="35000"/>
            </a:spcAft>
            <a:buNone/>
          </a:pPr>
          <a:r>
            <a:rPr lang="en-AE" sz="700" kern="1200" dirty="0"/>
            <a:t>Inventory Assessment: Identify all applications, data, and infrastructure components currently deployed on-premises. </a:t>
          </a:r>
          <a:endParaRPr lang="en-US" sz="700" kern="1200" dirty="0"/>
        </a:p>
        <a:p>
          <a:pPr marL="0" lvl="0" indent="0" algn="l" defTabSz="311150">
            <a:lnSpc>
              <a:spcPct val="90000"/>
            </a:lnSpc>
            <a:spcBef>
              <a:spcPct val="0"/>
            </a:spcBef>
            <a:spcAft>
              <a:spcPct val="35000"/>
            </a:spcAft>
            <a:buNone/>
          </a:pPr>
          <a:r>
            <a:rPr lang="en-AE" sz="700" kern="1200" dirty="0"/>
            <a:t>Cloud Readiness Assessment: Evaluate the suitability of each application for cloud migration based on factors like dependencies, complexity, regulatory requirements, and resource utilization. </a:t>
          </a:r>
          <a:endParaRPr lang="en-US" sz="700" kern="1200" dirty="0"/>
        </a:p>
        <a:p>
          <a:pPr marL="0" lvl="0" indent="0" algn="l" defTabSz="311150">
            <a:lnSpc>
              <a:spcPct val="90000"/>
            </a:lnSpc>
            <a:spcBef>
              <a:spcPct val="0"/>
            </a:spcBef>
            <a:spcAft>
              <a:spcPct val="35000"/>
            </a:spcAft>
            <a:buNone/>
          </a:pPr>
          <a:r>
            <a:rPr lang="en-AE" sz="700" kern="1200" dirty="0"/>
            <a:t>Prioritization: Prioritize applications based on business criticality, complexity, and potential benefits of migration. </a:t>
          </a:r>
          <a:endParaRPr lang="en-US" sz="700" kern="1200" dirty="0"/>
        </a:p>
        <a:p>
          <a:pPr marL="0" lvl="0" indent="0" algn="l" defTabSz="311150">
            <a:lnSpc>
              <a:spcPct val="90000"/>
            </a:lnSpc>
            <a:spcBef>
              <a:spcPct val="0"/>
            </a:spcBef>
            <a:spcAft>
              <a:spcPct val="35000"/>
            </a:spcAft>
            <a:buNone/>
          </a:pPr>
          <a:r>
            <a:rPr lang="en-AE" sz="700" kern="1200" dirty="0"/>
            <a:t>Cost Analysis: Estimate the costs associated with running applications in the cloud, considering factors such as compute resources, storage, data transfer, and any additional services required. </a:t>
          </a:r>
          <a:endParaRPr lang="en-US" sz="700" kern="1200" dirty="0"/>
        </a:p>
        <a:p>
          <a:pPr marL="0" lvl="0" indent="0" algn="l" defTabSz="311150">
            <a:lnSpc>
              <a:spcPct val="90000"/>
            </a:lnSpc>
            <a:spcBef>
              <a:spcPct val="0"/>
            </a:spcBef>
            <a:spcAft>
              <a:spcPct val="35000"/>
            </a:spcAft>
            <a:buNone/>
          </a:pPr>
          <a:r>
            <a:rPr lang="en-AE" sz="700" kern="1200" dirty="0"/>
            <a:t>Risk Assessment: Identify potential risks and challenges associated with migration, such as data security, compliance, performance issues, and downtime. </a:t>
          </a:r>
          <a:endParaRPr lang="en-US" sz="700" kern="1200" dirty="0"/>
        </a:p>
      </dsp:txBody>
      <dsp:txXfrm>
        <a:off x="1535923" y="56025"/>
        <a:ext cx="6113812" cy="980277"/>
      </dsp:txXfrm>
    </dsp:sp>
    <dsp:sp modelId="{46650D04-FF41-344F-A9FF-3AF3388BB164}">
      <dsp:nvSpPr>
        <dsp:cNvPr id="0" name=""/>
        <dsp:cNvSpPr/>
      </dsp:nvSpPr>
      <dsp:spPr>
        <a:xfrm>
          <a:off x="0" y="221452"/>
          <a:ext cx="1528453" cy="538815"/>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881" tIns="53223" rIns="80881" bIns="53223" numCol="1" spcCol="1270" anchor="ctr" anchorCtr="0">
          <a:noAutofit/>
        </a:bodyPr>
        <a:lstStyle/>
        <a:p>
          <a:pPr marL="0" lvl="0" indent="0" algn="ctr" defTabSz="355600">
            <a:lnSpc>
              <a:spcPct val="90000"/>
            </a:lnSpc>
            <a:spcBef>
              <a:spcPct val="0"/>
            </a:spcBef>
            <a:spcAft>
              <a:spcPct val="35000"/>
            </a:spcAft>
            <a:buNone/>
          </a:pPr>
          <a:r>
            <a:rPr lang="en-AE" sz="800" b="1" kern="1200" dirty="0"/>
            <a:t>Assessment and Planning</a:t>
          </a:r>
          <a:r>
            <a:rPr lang="en-AE" sz="800" kern="1200" dirty="0"/>
            <a:t>:</a:t>
          </a:r>
          <a:endParaRPr lang="en-US" sz="800" kern="1200" dirty="0"/>
        </a:p>
      </dsp:txBody>
      <dsp:txXfrm>
        <a:off x="0" y="221452"/>
        <a:ext cx="1528453" cy="538815"/>
      </dsp:txXfrm>
    </dsp:sp>
    <dsp:sp modelId="{2C94367C-066E-B74F-99DD-E1681BD402E0}">
      <dsp:nvSpPr>
        <dsp:cNvPr id="0" name=""/>
        <dsp:cNvSpPr/>
      </dsp:nvSpPr>
      <dsp:spPr>
        <a:xfrm>
          <a:off x="1529947" y="1013327"/>
          <a:ext cx="6119788" cy="53881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8741" tIns="136859" rIns="118741" bIns="136859" numCol="1" spcCol="1270" anchor="ctr" anchorCtr="0">
          <a:noAutofit/>
        </a:bodyPr>
        <a:lstStyle/>
        <a:p>
          <a:pPr marL="0" lvl="0" indent="0" algn="l" defTabSz="311150">
            <a:lnSpc>
              <a:spcPct val="90000"/>
            </a:lnSpc>
            <a:spcBef>
              <a:spcPct val="0"/>
            </a:spcBef>
            <a:spcAft>
              <a:spcPct val="35000"/>
            </a:spcAft>
            <a:buNone/>
          </a:pPr>
          <a:r>
            <a:rPr lang="en-AE" sz="700" kern="1200" dirty="0"/>
            <a:t>Evaluate different cloud service providers (e.g., AWS, Azure, Google Cloud) based on factors like services offered, pricing, performance, security, compliance, and geographical presence. </a:t>
          </a:r>
          <a:endParaRPr lang="en-US" sz="700" kern="1200" dirty="0"/>
        </a:p>
        <a:p>
          <a:pPr marL="0" lvl="0" indent="0" algn="l" defTabSz="311150">
            <a:lnSpc>
              <a:spcPct val="90000"/>
            </a:lnSpc>
            <a:spcBef>
              <a:spcPct val="0"/>
            </a:spcBef>
            <a:spcAft>
              <a:spcPct val="35000"/>
            </a:spcAft>
            <a:buNone/>
          </a:pPr>
          <a:r>
            <a:rPr lang="en-AE" sz="700" kern="1200"/>
            <a:t>Select the cloud platform that best aligns with your organization's requirements and objectives. </a:t>
          </a:r>
          <a:endParaRPr lang="en-US" sz="700" kern="1200"/>
        </a:p>
      </dsp:txBody>
      <dsp:txXfrm>
        <a:off x="1529947" y="1013327"/>
        <a:ext cx="6119788" cy="538815"/>
      </dsp:txXfrm>
    </dsp:sp>
    <dsp:sp modelId="{996F82FF-0057-304A-A8D0-465A19F863E4}">
      <dsp:nvSpPr>
        <dsp:cNvPr id="0" name=""/>
        <dsp:cNvSpPr/>
      </dsp:nvSpPr>
      <dsp:spPr>
        <a:xfrm>
          <a:off x="0" y="1013327"/>
          <a:ext cx="1529947" cy="538815"/>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960" tIns="53223" rIns="80960" bIns="53223" numCol="1" spcCol="1270" anchor="ctr" anchorCtr="0">
          <a:noAutofit/>
        </a:bodyPr>
        <a:lstStyle/>
        <a:p>
          <a:pPr marL="0" lvl="0" indent="0" algn="ctr" defTabSz="355600">
            <a:lnSpc>
              <a:spcPct val="90000"/>
            </a:lnSpc>
            <a:spcBef>
              <a:spcPct val="0"/>
            </a:spcBef>
            <a:spcAft>
              <a:spcPct val="35000"/>
            </a:spcAft>
            <a:buNone/>
          </a:pPr>
          <a:r>
            <a:rPr lang="en-AE" sz="800" b="1" kern="1200" dirty="0"/>
            <a:t>Choose the Right Cloud Platform</a:t>
          </a:r>
          <a:r>
            <a:rPr lang="en-AE" sz="800" kern="1200" dirty="0"/>
            <a:t>: </a:t>
          </a:r>
          <a:endParaRPr lang="en-US" sz="800" kern="1200" dirty="0"/>
        </a:p>
      </dsp:txBody>
      <dsp:txXfrm>
        <a:off x="0" y="1013327"/>
        <a:ext cx="1529947" cy="538815"/>
      </dsp:txXfrm>
    </dsp:sp>
    <dsp:sp modelId="{604A85A2-D97F-BC46-8017-F2A2C7C7FE23}">
      <dsp:nvSpPr>
        <dsp:cNvPr id="0" name=""/>
        <dsp:cNvSpPr/>
      </dsp:nvSpPr>
      <dsp:spPr>
        <a:xfrm>
          <a:off x="1529947" y="1584472"/>
          <a:ext cx="6119788" cy="53881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8741" tIns="136859" rIns="118741" bIns="136859" numCol="1" spcCol="1270" anchor="ctr" anchorCtr="0">
          <a:noAutofit/>
        </a:bodyPr>
        <a:lstStyle/>
        <a:p>
          <a:pPr marL="0" lvl="0" indent="0" algn="l" defTabSz="311150">
            <a:lnSpc>
              <a:spcPct val="90000"/>
            </a:lnSpc>
            <a:spcBef>
              <a:spcPct val="0"/>
            </a:spcBef>
            <a:spcAft>
              <a:spcPct val="35000"/>
            </a:spcAft>
            <a:buNone/>
          </a:pPr>
          <a:r>
            <a:rPr lang="en-AE" sz="700" kern="1200"/>
            <a:t>Define the architecture for the cloud environment, including decisions on infrastructure as a service (IaaS), platform as a service (PaaS), or software as a service (SaaS) offerings. </a:t>
          </a:r>
          <a:endParaRPr lang="en-US" sz="700" kern="1200"/>
        </a:p>
        <a:p>
          <a:pPr marL="0" lvl="0" indent="0" algn="l" defTabSz="311150">
            <a:lnSpc>
              <a:spcPct val="90000"/>
            </a:lnSpc>
            <a:spcBef>
              <a:spcPct val="0"/>
            </a:spcBef>
            <a:spcAft>
              <a:spcPct val="35000"/>
            </a:spcAft>
            <a:buNone/>
          </a:pPr>
          <a:r>
            <a:rPr lang="en-AE" sz="700" kern="1200" dirty="0"/>
            <a:t>Consider cloud-native technologies and services that can enhance scalability, resilience, and agility. </a:t>
          </a:r>
          <a:endParaRPr lang="en-US" sz="700" kern="1200" dirty="0"/>
        </a:p>
      </dsp:txBody>
      <dsp:txXfrm>
        <a:off x="1529947" y="1584472"/>
        <a:ext cx="6119788" cy="538815"/>
      </dsp:txXfrm>
    </dsp:sp>
    <dsp:sp modelId="{E69D9FF8-3BD1-0146-96C8-45ABAC149294}">
      <dsp:nvSpPr>
        <dsp:cNvPr id="0" name=""/>
        <dsp:cNvSpPr/>
      </dsp:nvSpPr>
      <dsp:spPr>
        <a:xfrm>
          <a:off x="0" y="1584472"/>
          <a:ext cx="1529947" cy="538815"/>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960" tIns="53223" rIns="80960" bIns="53223" numCol="1" spcCol="1270" anchor="ctr" anchorCtr="0">
          <a:noAutofit/>
        </a:bodyPr>
        <a:lstStyle/>
        <a:p>
          <a:pPr marL="0" lvl="0" indent="0" algn="ctr" defTabSz="355600">
            <a:lnSpc>
              <a:spcPct val="90000"/>
            </a:lnSpc>
            <a:spcBef>
              <a:spcPct val="0"/>
            </a:spcBef>
            <a:spcAft>
              <a:spcPct val="35000"/>
            </a:spcAft>
            <a:buNone/>
          </a:pPr>
          <a:r>
            <a:rPr lang="en-AE" sz="800" b="1" kern="1200" dirty="0"/>
            <a:t>Design the Target Architecture</a:t>
          </a:r>
          <a:r>
            <a:rPr lang="en-AE" sz="800" kern="1200" dirty="0"/>
            <a:t>: </a:t>
          </a:r>
          <a:endParaRPr lang="en-US" sz="800" kern="1200" dirty="0"/>
        </a:p>
      </dsp:txBody>
      <dsp:txXfrm>
        <a:off x="0" y="1584472"/>
        <a:ext cx="1529947" cy="538815"/>
      </dsp:txXfrm>
    </dsp:sp>
    <dsp:sp modelId="{1A8899AC-4CAE-AB4C-82CA-323ABDAB4D41}">
      <dsp:nvSpPr>
        <dsp:cNvPr id="0" name=""/>
        <dsp:cNvSpPr/>
      </dsp:nvSpPr>
      <dsp:spPr>
        <a:xfrm>
          <a:off x="1529947" y="2155616"/>
          <a:ext cx="6119788" cy="53881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8741" tIns="136859" rIns="118741" bIns="136859" numCol="1" spcCol="1270" anchor="ctr" anchorCtr="0">
          <a:noAutofit/>
        </a:bodyPr>
        <a:lstStyle/>
        <a:p>
          <a:pPr marL="0" lvl="0" indent="0" algn="l" defTabSz="311150">
            <a:lnSpc>
              <a:spcPct val="90000"/>
            </a:lnSpc>
            <a:spcBef>
              <a:spcPct val="0"/>
            </a:spcBef>
            <a:spcAft>
              <a:spcPct val="35000"/>
            </a:spcAft>
            <a:buNone/>
          </a:pPr>
          <a:r>
            <a:rPr lang="en-AE" sz="700" kern="1200" dirty="0"/>
            <a:t>Develop a data migration strategy for transferring data from on-premises storage systems to cloud storage solutions. </a:t>
          </a:r>
          <a:endParaRPr lang="en-US" sz="700" kern="1200" dirty="0"/>
        </a:p>
        <a:p>
          <a:pPr marL="0" lvl="0" indent="0" algn="l" defTabSz="311150">
            <a:lnSpc>
              <a:spcPct val="90000"/>
            </a:lnSpc>
            <a:spcBef>
              <a:spcPct val="0"/>
            </a:spcBef>
            <a:spcAft>
              <a:spcPct val="35000"/>
            </a:spcAft>
            <a:buNone/>
          </a:pPr>
          <a:r>
            <a:rPr lang="en-AE" sz="700" kern="1200"/>
            <a:t>Choose appropriate migration methods such as online migration, offline migration, or hybrid approaches based on data volume, latency requirements, and downtime tolerance. </a:t>
          </a:r>
          <a:endParaRPr lang="en-US" sz="700" kern="1200"/>
        </a:p>
      </dsp:txBody>
      <dsp:txXfrm>
        <a:off x="1529947" y="2155616"/>
        <a:ext cx="6119788" cy="538815"/>
      </dsp:txXfrm>
    </dsp:sp>
    <dsp:sp modelId="{E67A63FD-9785-F64C-BF31-C740B9D182FB}">
      <dsp:nvSpPr>
        <dsp:cNvPr id="0" name=""/>
        <dsp:cNvSpPr/>
      </dsp:nvSpPr>
      <dsp:spPr>
        <a:xfrm>
          <a:off x="0" y="2155616"/>
          <a:ext cx="1529947" cy="538815"/>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960" tIns="53223" rIns="80960" bIns="53223" numCol="1" spcCol="1270" anchor="ctr" anchorCtr="0">
          <a:noAutofit/>
        </a:bodyPr>
        <a:lstStyle/>
        <a:p>
          <a:pPr marL="0" lvl="0" indent="0" algn="ctr" defTabSz="355600">
            <a:lnSpc>
              <a:spcPct val="90000"/>
            </a:lnSpc>
            <a:spcBef>
              <a:spcPct val="0"/>
            </a:spcBef>
            <a:spcAft>
              <a:spcPct val="35000"/>
            </a:spcAft>
            <a:buNone/>
          </a:pPr>
          <a:r>
            <a:rPr lang="en-AE" sz="800" b="1" kern="1200" dirty="0"/>
            <a:t>Data Migration</a:t>
          </a:r>
          <a:r>
            <a:rPr lang="en-AE" sz="800" kern="1200" dirty="0"/>
            <a:t>: </a:t>
          </a:r>
          <a:endParaRPr lang="en-US" sz="800" kern="1200" dirty="0"/>
        </a:p>
      </dsp:txBody>
      <dsp:txXfrm>
        <a:off x="0" y="2155616"/>
        <a:ext cx="1529947" cy="538815"/>
      </dsp:txXfrm>
    </dsp:sp>
    <dsp:sp modelId="{9DC3349B-2550-0541-967A-AEFDABFEE1AF}">
      <dsp:nvSpPr>
        <dsp:cNvPr id="0" name=""/>
        <dsp:cNvSpPr/>
      </dsp:nvSpPr>
      <dsp:spPr>
        <a:xfrm>
          <a:off x="1529947" y="2726761"/>
          <a:ext cx="6119788" cy="53881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8741" tIns="136859" rIns="118741" bIns="136859" numCol="1" spcCol="1270" anchor="ctr" anchorCtr="0">
          <a:noAutofit/>
        </a:bodyPr>
        <a:lstStyle/>
        <a:p>
          <a:pPr marL="0" lvl="0" indent="0" algn="l" defTabSz="311150">
            <a:lnSpc>
              <a:spcPct val="90000"/>
            </a:lnSpc>
            <a:spcBef>
              <a:spcPct val="0"/>
            </a:spcBef>
            <a:spcAft>
              <a:spcPct val="35000"/>
            </a:spcAft>
            <a:buNone/>
          </a:pPr>
          <a:r>
            <a:rPr lang="en-AE" sz="700" kern="1200" dirty="0"/>
            <a:t>Determine the migration approach for each application, which may include rehosting (lift and shift), re-platforming (lift, tinker, and shift), or refactoring (rearchitecting). </a:t>
          </a:r>
          <a:endParaRPr lang="en-US" sz="700" kern="1200" dirty="0"/>
        </a:p>
        <a:p>
          <a:pPr marL="0" lvl="0" indent="0" algn="l" defTabSz="311150">
            <a:lnSpc>
              <a:spcPct val="90000"/>
            </a:lnSpc>
            <a:spcBef>
              <a:spcPct val="0"/>
            </a:spcBef>
            <a:spcAft>
              <a:spcPct val="35000"/>
            </a:spcAft>
            <a:buNone/>
          </a:pPr>
          <a:r>
            <a:rPr lang="en-AE" sz="700" kern="1200"/>
            <a:t>Test applications in the cloud environment to ensure compatibility, performance, and functionality. </a:t>
          </a:r>
          <a:endParaRPr lang="en-US" sz="700" kern="1200"/>
        </a:p>
      </dsp:txBody>
      <dsp:txXfrm>
        <a:off x="1529947" y="2726761"/>
        <a:ext cx="6119788" cy="538815"/>
      </dsp:txXfrm>
    </dsp:sp>
    <dsp:sp modelId="{4719E80B-7E0F-1D47-9B93-82CE2A67BAC9}">
      <dsp:nvSpPr>
        <dsp:cNvPr id="0" name=""/>
        <dsp:cNvSpPr/>
      </dsp:nvSpPr>
      <dsp:spPr>
        <a:xfrm>
          <a:off x="0" y="2717736"/>
          <a:ext cx="1529947" cy="538815"/>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960" tIns="53223" rIns="80960" bIns="53223" numCol="1" spcCol="1270" anchor="ctr" anchorCtr="0">
          <a:noAutofit/>
        </a:bodyPr>
        <a:lstStyle/>
        <a:p>
          <a:pPr marL="0" lvl="0" indent="0" algn="ctr" defTabSz="355600">
            <a:lnSpc>
              <a:spcPct val="90000"/>
            </a:lnSpc>
            <a:spcBef>
              <a:spcPct val="0"/>
            </a:spcBef>
            <a:spcAft>
              <a:spcPct val="35000"/>
            </a:spcAft>
            <a:buNone/>
          </a:pPr>
          <a:r>
            <a:rPr lang="en-AE" sz="800" b="1" kern="1200" dirty="0"/>
            <a:t>Application Migration</a:t>
          </a:r>
          <a:r>
            <a:rPr lang="en-AE" sz="800" kern="1200" dirty="0"/>
            <a:t>: </a:t>
          </a:r>
          <a:endParaRPr lang="en-US" sz="800" kern="1200" dirty="0"/>
        </a:p>
      </dsp:txBody>
      <dsp:txXfrm>
        <a:off x="0" y="2717736"/>
        <a:ext cx="1529947" cy="538815"/>
      </dsp:txXfrm>
    </dsp:sp>
    <dsp:sp modelId="{8082B0E4-064F-BF41-9E5E-37BD103560A9}">
      <dsp:nvSpPr>
        <dsp:cNvPr id="0" name=""/>
        <dsp:cNvSpPr/>
      </dsp:nvSpPr>
      <dsp:spPr>
        <a:xfrm>
          <a:off x="1529947" y="3297905"/>
          <a:ext cx="6119788" cy="53881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8741" tIns="136859" rIns="118741" bIns="136859" numCol="1" spcCol="1270" anchor="ctr" anchorCtr="0">
          <a:noAutofit/>
        </a:bodyPr>
        <a:lstStyle/>
        <a:p>
          <a:pPr marL="0" lvl="0" indent="0" algn="l" defTabSz="311150">
            <a:lnSpc>
              <a:spcPct val="90000"/>
            </a:lnSpc>
            <a:spcBef>
              <a:spcPct val="0"/>
            </a:spcBef>
            <a:spcAft>
              <a:spcPct val="35000"/>
            </a:spcAft>
            <a:buNone/>
          </a:pPr>
          <a:r>
            <a:rPr lang="en-AE" sz="700" kern="1200"/>
            <a:t>Implement robust security measures in the cloud environment, including encryption, identity and access management (IAM), network security groups, and security monitoring. </a:t>
          </a:r>
          <a:endParaRPr lang="en-US" sz="700" kern="1200"/>
        </a:p>
        <a:p>
          <a:pPr marL="0" lvl="0" indent="0" algn="l" defTabSz="311150">
            <a:lnSpc>
              <a:spcPct val="90000"/>
            </a:lnSpc>
            <a:spcBef>
              <a:spcPct val="0"/>
            </a:spcBef>
            <a:spcAft>
              <a:spcPct val="35000"/>
            </a:spcAft>
            <a:buNone/>
          </a:pPr>
          <a:r>
            <a:rPr lang="en-AE" sz="700" kern="1200"/>
            <a:t>Ensure compliance with industry regulations and standards relevant to your business, such as GDPR, HIPAA, or PCI DSS. </a:t>
          </a:r>
          <a:endParaRPr lang="en-US" sz="700" kern="1200"/>
        </a:p>
      </dsp:txBody>
      <dsp:txXfrm>
        <a:off x="1529947" y="3297905"/>
        <a:ext cx="6119788" cy="538815"/>
      </dsp:txXfrm>
    </dsp:sp>
    <dsp:sp modelId="{43A1B22B-2E21-314B-A1A0-02414381B292}">
      <dsp:nvSpPr>
        <dsp:cNvPr id="0" name=""/>
        <dsp:cNvSpPr/>
      </dsp:nvSpPr>
      <dsp:spPr>
        <a:xfrm>
          <a:off x="0" y="3297905"/>
          <a:ext cx="1529947" cy="538815"/>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960" tIns="53223" rIns="80960" bIns="53223" numCol="1" spcCol="1270" anchor="ctr" anchorCtr="0">
          <a:noAutofit/>
        </a:bodyPr>
        <a:lstStyle/>
        <a:p>
          <a:pPr marL="0" lvl="0" indent="0" algn="ctr" defTabSz="355600">
            <a:lnSpc>
              <a:spcPct val="90000"/>
            </a:lnSpc>
            <a:spcBef>
              <a:spcPct val="0"/>
            </a:spcBef>
            <a:spcAft>
              <a:spcPct val="35000"/>
            </a:spcAft>
            <a:buNone/>
          </a:pPr>
          <a:r>
            <a:rPr lang="en-AE" sz="800" b="1" kern="1200" dirty="0"/>
            <a:t>Security and Compliance</a:t>
          </a:r>
          <a:r>
            <a:rPr lang="en-AE" sz="800" kern="1200" dirty="0"/>
            <a:t>: </a:t>
          </a:r>
          <a:endParaRPr lang="en-US" sz="800" kern="1200" dirty="0"/>
        </a:p>
      </dsp:txBody>
      <dsp:txXfrm>
        <a:off x="0" y="3297905"/>
        <a:ext cx="1529947" cy="538815"/>
      </dsp:txXfrm>
    </dsp:sp>
    <dsp:sp modelId="{467754C8-0477-EC44-8876-85C933BBFA9F}">
      <dsp:nvSpPr>
        <dsp:cNvPr id="0" name=""/>
        <dsp:cNvSpPr/>
      </dsp:nvSpPr>
      <dsp:spPr>
        <a:xfrm>
          <a:off x="1529947" y="3869050"/>
          <a:ext cx="6119788" cy="53881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8741" tIns="136859" rIns="118741" bIns="136859" numCol="1" spcCol="1270" anchor="ctr" anchorCtr="0">
          <a:noAutofit/>
        </a:bodyPr>
        <a:lstStyle/>
        <a:p>
          <a:pPr marL="0" lvl="0" indent="0" algn="l" defTabSz="311150">
            <a:lnSpc>
              <a:spcPct val="90000"/>
            </a:lnSpc>
            <a:spcBef>
              <a:spcPct val="0"/>
            </a:spcBef>
            <a:spcAft>
              <a:spcPct val="35000"/>
            </a:spcAft>
            <a:buNone/>
          </a:pPr>
          <a:r>
            <a:rPr lang="en-AE" sz="700" kern="1200" dirty="0"/>
            <a:t>Conduct thorough testing of migrated applications and data to verify functionality, performance, and reliability. </a:t>
          </a:r>
          <a:endParaRPr lang="en-US" sz="700" kern="1200" dirty="0"/>
        </a:p>
        <a:p>
          <a:pPr marL="0" lvl="0" indent="0" algn="l" defTabSz="311150">
            <a:lnSpc>
              <a:spcPct val="90000"/>
            </a:lnSpc>
            <a:spcBef>
              <a:spcPct val="0"/>
            </a:spcBef>
            <a:spcAft>
              <a:spcPct val="35000"/>
            </a:spcAft>
            <a:buNone/>
          </a:pPr>
          <a:r>
            <a:rPr lang="en-AE" sz="700" kern="1200"/>
            <a:t>Perform user acceptance testing (UAT) to validate that business requirements are met. </a:t>
          </a:r>
          <a:endParaRPr lang="en-US" sz="700" kern="1200"/>
        </a:p>
      </dsp:txBody>
      <dsp:txXfrm>
        <a:off x="1529947" y="3869050"/>
        <a:ext cx="6119788" cy="538815"/>
      </dsp:txXfrm>
    </dsp:sp>
    <dsp:sp modelId="{71099B30-55F5-8241-8D71-3E8D5B8970D2}">
      <dsp:nvSpPr>
        <dsp:cNvPr id="0" name=""/>
        <dsp:cNvSpPr/>
      </dsp:nvSpPr>
      <dsp:spPr>
        <a:xfrm>
          <a:off x="0" y="3869050"/>
          <a:ext cx="1529947" cy="538815"/>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960" tIns="53223" rIns="80960" bIns="53223" numCol="1" spcCol="1270" anchor="ctr" anchorCtr="0">
          <a:noAutofit/>
        </a:bodyPr>
        <a:lstStyle/>
        <a:p>
          <a:pPr marL="0" lvl="0" indent="0" algn="ctr" defTabSz="266700">
            <a:lnSpc>
              <a:spcPct val="90000"/>
            </a:lnSpc>
            <a:spcBef>
              <a:spcPct val="0"/>
            </a:spcBef>
            <a:spcAft>
              <a:spcPct val="35000"/>
            </a:spcAft>
            <a:buNone/>
          </a:pPr>
          <a:r>
            <a:rPr lang="en-AE" sz="600" b="1" kern="1200" dirty="0"/>
            <a:t>Testing and </a:t>
          </a:r>
          <a:r>
            <a:rPr lang="en-AE" sz="800" b="1" kern="1200" dirty="0"/>
            <a:t>Validation</a:t>
          </a:r>
          <a:r>
            <a:rPr lang="en-AE" sz="600" kern="1200" dirty="0"/>
            <a:t>: </a:t>
          </a:r>
          <a:endParaRPr lang="en-US" sz="600" kern="1200" dirty="0"/>
        </a:p>
      </dsp:txBody>
      <dsp:txXfrm>
        <a:off x="0" y="3869050"/>
        <a:ext cx="1529947" cy="538815"/>
      </dsp:txXfrm>
    </dsp:sp>
    <dsp:sp modelId="{85EE019C-8171-E54D-BE80-77EE797DF8C9}">
      <dsp:nvSpPr>
        <dsp:cNvPr id="0" name=""/>
        <dsp:cNvSpPr/>
      </dsp:nvSpPr>
      <dsp:spPr>
        <a:xfrm>
          <a:off x="1529947" y="4440194"/>
          <a:ext cx="6119788" cy="53881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8741" tIns="136859" rIns="118741" bIns="136859" numCol="1" spcCol="1270" anchor="ctr" anchorCtr="0">
          <a:noAutofit/>
        </a:bodyPr>
        <a:lstStyle/>
        <a:p>
          <a:pPr marL="0" lvl="0" indent="0" algn="l" defTabSz="311150">
            <a:lnSpc>
              <a:spcPct val="90000"/>
            </a:lnSpc>
            <a:spcBef>
              <a:spcPct val="0"/>
            </a:spcBef>
            <a:spcAft>
              <a:spcPct val="35000"/>
            </a:spcAft>
            <a:buNone/>
          </a:pPr>
          <a:r>
            <a:rPr lang="en-AE" sz="700" kern="1200"/>
            <a:t>Provide training to IT staff and end-users on using cloud services and managing cloud resources effectively. </a:t>
          </a:r>
          <a:endParaRPr lang="en-US" sz="700" kern="1200"/>
        </a:p>
        <a:p>
          <a:pPr marL="0" lvl="0" indent="0" algn="l" defTabSz="311150">
            <a:lnSpc>
              <a:spcPct val="90000"/>
            </a:lnSpc>
            <a:spcBef>
              <a:spcPct val="0"/>
            </a:spcBef>
            <a:spcAft>
              <a:spcPct val="35000"/>
            </a:spcAft>
            <a:buNone/>
          </a:pPr>
          <a:r>
            <a:rPr lang="en-AE" sz="700" kern="1200"/>
            <a:t>Implement change management processes to ensure smooth transition and adoption of cloud technologies. </a:t>
          </a:r>
          <a:endParaRPr lang="en-US" sz="700" kern="1200"/>
        </a:p>
      </dsp:txBody>
      <dsp:txXfrm>
        <a:off x="1529947" y="4440194"/>
        <a:ext cx="6119788" cy="538815"/>
      </dsp:txXfrm>
    </dsp:sp>
    <dsp:sp modelId="{3771FF58-F6D2-524E-8501-0702C315B4C2}">
      <dsp:nvSpPr>
        <dsp:cNvPr id="0" name=""/>
        <dsp:cNvSpPr/>
      </dsp:nvSpPr>
      <dsp:spPr>
        <a:xfrm>
          <a:off x="0" y="4440194"/>
          <a:ext cx="1529947" cy="538815"/>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960" tIns="53223" rIns="80960" bIns="53223" numCol="1" spcCol="1270" anchor="ctr" anchorCtr="0">
          <a:noAutofit/>
        </a:bodyPr>
        <a:lstStyle/>
        <a:p>
          <a:pPr marL="0" lvl="0" indent="0" algn="ctr" defTabSz="355600">
            <a:lnSpc>
              <a:spcPct val="90000"/>
            </a:lnSpc>
            <a:spcBef>
              <a:spcPct val="0"/>
            </a:spcBef>
            <a:spcAft>
              <a:spcPct val="35000"/>
            </a:spcAft>
            <a:buNone/>
          </a:pPr>
          <a:r>
            <a:rPr lang="en-AE" sz="800" b="1" kern="1200" dirty="0"/>
            <a:t>Training and Change Management</a:t>
          </a:r>
          <a:r>
            <a:rPr lang="en-AE" sz="800" kern="1200" dirty="0"/>
            <a:t>: </a:t>
          </a:r>
          <a:endParaRPr lang="en-US" sz="800" kern="1200" dirty="0"/>
        </a:p>
      </dsp:txBody>
      <dsp:txXfrm>
        <a:off x="0" y="4440194"/>
        <a:ext cx="1529947" cy="538815"/>
      </dsp:txXfrm>
    </dsp:sp>
    <dsp:sp modelId="{5D00625B-2828-3C45-8259-3D2BAB0FB023}">
      <dsp:nvSpPr>
        <dsp:cNvPr id="0" name=""/>
        <dsp:cNvSpPr/>
      </dsp:nvSpPr>
      <dsp:spPr>
        <a:xfrm>
          <a:off x="1529947" y="5011338"/>
          <a:ext cx="6119788" cy="53881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8741" tIns="136859" rIns="118741" bIns="136859" numCol="1" spcCol="1270" anchor="ctr" anchorCtr="0">
          <a:noAutofit/>
        </a:bodyPr>
        <a:lstStyle/>
        <a:p>
          <a:pPr marL="0" lvl="0" indent="0" algn="l" defTabSz="311150">
            <a:lnSpc>
              <a:spcPct val="90000"/>
            </a:lnSpc>
            <a:spcBef>
              <a:spcPct val="0"/>
            </a:spcBef>
            <a:spcAft>
              <a:spcPct val="35000"/>
            </a:spcAft>
            <a:buNone/>
          </a:pPr>
          <a:r>
            <a:rPr lang="en-AE" sz="700" kern="1200"/>
            <a:t>Set up monitoring and alerting systems to track the performance, availability, and cost of cloud resources. </a:t>
          </a:r>
          <a:endParaRPr lang="en-US" sz="700" kern="1200"/>
        </a:p>
        <a:p>
          <a:pPr marL="0" lvl="0" indent="0" algn="l" defTabSz="311150">
            <a:lnSpc>
              <a:spcPct val="90000"/>
            </a:lnSpc>
            <a:spcBef>
              <a:spcPct val="0"/>
            </a:spcBef>
            <a:spcAft>
              <a:spcPct val="35000"/>
            </a:spcAft>
            <a:buNone/>
          </a:pPr>
          <a:r>
            <a:rPr lang="en-AE" sz="700" kern="1200" dirty="0"/>
            <a:t>Continuously optimize cloud usage and costs by right-sizing resources, leveraging reserved instances, and implementing cost management best practices. </a:t>
          </a:r>
          <a:endParaRPr lang="en-US" sz="700" kern="1200" dirty="0"/>
        </a:p>
      </dsp:txBody>
      <dsp:txXfrm>
        <a:off x="1529947" y="5011338"/>
        <a:ext cx="6119788" cy="538815"/>
      </dsp:txXfrm>
    </dsp:sp>
    <dsp:sp modelId="{8FED4774-285B-2E43-A7AD-3B66BFBC46E3}">
      <dsp:nvSpPr>
        <dsp:cNvPr id="0" name=""/>
        <dsp:cNvSpPr/>
      </dsp:nvSpPr>
      <dsp:spPr>
        <a:xfrm>
          <a:off x="0" y="5011338"/>
          <a:ext cx="1529947" cy="538815"/>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960" tIns="53223" rIns="80960" bIns="53223" numCol="1" spcCol="1270" anchor="ctr" anchorCtr="0">
          <a:noAutofit/>
        </a:bodyPr>
        <a:lstStyle/>
        <a:p>
          <a:pPr marL="0" lvl="0" indent="0" algn="ctr" defTabSz="355600">
            <a:lnSpc>
              <a:spcPct val="90000"/>
            </a:lnSpc>
            <a:spcBef>
              <a:spcPct val="0"/>
            </a:spcBef>
            <a:spcAft>
              <a:spcPct val="35000"/>
            </a:spcAft>
            <a:buNone/>
          </a:pPr>
          <a:r>
            <a:rPr lang="en-AE" sz="800" b="1" kern="1200" dirty="0"/>
            <a:t>Monitoring and Optimization</a:t>
          </a:r>
          <a:r>
            <a:rPr lang="en-AE" sz="800" kern="1200" dirty="0"/>
            <a:t>: </a:t>
          </a:r>
          <a:endParaRPr lang="en-US" sz="800" kern="1200" dirty="0"/>
        </a:p>
      </dsp:txBody>
      <dsp:txXfrm>
        <a:off x="0" y="5011338"/>
        <a:ext cx="1529947" cy="538815"/>
      </dsp:txXfrm>
    </dsp:sp>
    <dsp:sp modelId="{AED0979D-9B56-EE4E-9BE9-36F3D25E6E62}">
      <dsp:nvSpPr>
        <dsp:cNvPr id="0" name=""/>
        <dsp:cNvSpPr/>
      </dsp:nvSpPr>
      <dsp:spPr>
        <a:xfrm>
          <a:off x="1529947" y="5582483"/>
          <a:ext cx="6119788" cy="53881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8741" tIns="136859" rIns="118741" bIns="136859" numCol="1" spcCol="1270" anchor="ctr" anchorCtr="0">
          <a:noAutofit/>
        </a:bodyPr>
        <a:lstStyle/>
        <a:p>
          <a:pPr marL="0" lvl="0" indent="0" algn="l" defTabSz="311150">
            <a:lnSpc>
              <a:spcPct val="90000"/>
            </a:lnSpc>
            <a:spcBef>
              <a:spcPct val="0"/>
            </a:spcBef>
            <a:spcAft>
              <a:spcPct val="35000"/>
            </a:spcAft>
            <a:buNone/>
          </a:pPr>
          <a:r>
            <a:rPr lang="en-AE" sz="700" kern="1200"/>
            <a:t>Provide ongoing support and maintenance for migrated applications and infrastructure in the cloud environment. </a:t>
          </a:r>
          <a:endParaRPr lang="en-US" sz="700" kern="1200"/>
        </a:p>
        <a:p>
          <a:pPr marL="0" lvl="0" indent="0" algn="l" defTabSz="311150">
            <a:lnSpc>
              <a:spcPct val="90000"/>
            </a:lnSpc>
            <a:spcBef>
              <a:spcPct val="0"/>
            </a:spcBef>
            <a:spcAft>
              <a:spcPct val="35000"/>
            </a:spcAft>
            <a:buNone/>
          </a:pPr>
          <a:r>
            <a:rPr lang="en-AE" sz="700" kern="1200"/>
            <a:t>Establish procedures for incident management, troubleshooting, and performance optimization. </a:t>
          </a:r>
          <a:endParaRPr lang="en-US" sz="700" kern="1200"/>
        </a:p>
      </dsp:txBody>
      <dsp:txXfrm>
        <a:off x="1529947" y="5582483"/>
        <a:ext cx="6119788" cy="538815"/>
      </dsp:txXfrm>
    </dsp:sp>
    <dsp:sp modelId="{BD9735E6-2DD6-1F41-959C-0A69A745012E}">
      <dsp:nvSpPr>
        <dsp:cNvPr id="0" name=""/>
        <dsp:cNvSpPr/>
      </dsp:nvSpPr>
      <dsp:spPr>
        <a:xfrm>
          <a:off x="0" y="5582483"/>
          <a:ext cx="1529947" cy="538815"/>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960" tIns="53223" rIns="80960" bIns="53223" numCol="1" spcCol="1270" anchor="ctr" anchorCtr="0">
          <a:noAutofit/>
        </a:bodyPr>
        <a:lstStyle/>
        <a:p>
          <a:pPr marL="0" lvl="0" indent="0" algn="ctr" defTabSz="355600">
            <a:lnSpc>
              <a:spcPct val="90000"/>
            </a:lnSpc>
            <a:spcBef>
              <a:spcPct val="0"/>
            </a:spcBef>
            <a:spcAft>
              <a:spcPct val="35000"/>
            </a:spcAft>
            <a:buNone/>
          </a:pPr>
          <a:r>
            <a:rPr lang="en-AE" sz="800" b="1" kern="1200" dirty="0"/>
            <a:t>Post-Migration Support</a:t>
          </a:r>
          <a:r>
            <a:rPr lang="en-AE" sz="800" kern="1200" dirty="0"/>
            <a:t>: </a:t>
          </a:r>
          <a:endParaRPr lang="en-US" sz="800" kern="1200" dirty="0"/>
        </a:p>
      </dsp:txBody>
      <dsp:txXfrm>
        <a:off x="0" y="5582483"/>
        <a:ext cx="1529947" cy="53881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49E154-5D78-514B-8B1E-2FF5545878D0}">
      <dsp:nvSpPr>
        <dsp:cNvPr id="0" name=""/>
        <dsp:cNvSpPr/>
      </dsp:nvSpPr>
      <dsp:spPr>
        <a:xfrm>
          <a:off x="2032" y="1054653"/>
          <a:ext cx="836622" cy="418311"/>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AE" sz="800" b="1" kern="1200" dirty="0"/>
            <a:t>Assessment and Planning</a:t>
          </a:r>
          <a:r>
            <a:rPr lang="en-AE" sz="800" kern="1200" dirty="0"/>
            <a:t>:</a:t>
          </a:r>
          <a:endParaRPr lang="en-US" sz="800" kern="1200" dirty="0"/>
        </a:p>
      </dsp:txBody>
      <dsp:txXfrm>
        <a:off x="14284" y="1066905"/>
        <a:ext cx="812118" cy="393807"/>
      </dsp:txXfrm>
    </dsp:sp>
    <dsp:sp modelId="{74DE9A6E-3EFE-BE48-8886-97F2FE277C7B}">
      <dsp:nvSpPr>
        <dsp:cNvPr id="0" name=""/>
        <dsp:cNvSpPr/>
      </dsp:nvSpPr>
      <dsp:spPr>
        <a:xfrm>
          <a:off x="39974" y="1472964"/>
          <a:ext cx="91440" cy="313733"/>
        </a:xfrm>
        <a:custGeom>
          <a:avLst/>
          <a:gdLst/>
          <a:ahLst/>
          <a:cxnLst/>
          <a:rect l="0" t="0" r="0" b="0"/>
          <a:pathLst>
            <a:path>
              <a:moveTo>
                <a:pt x="45720" y="0"/>
              </a:moveTo>
              <a:lnTo>
                <a:pt x="45720" y="313733"/>
              </a:lnTo>
              <a:lnTo>
                <a:pt x="129382" y="313733"/>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4D7B72-975A-E743-BFA9-AD7B55126E78}">
      <dsp:nvSpPr>
        <dsp:cNvPr id="0" name=""/>
        <dsp:cNvSpPr/>
      </dsp:nvSpPr>
      <dsp:spPr>
        <a:xfrm>
          <a:off x="169356" y="1577542"/>
          <a:ext cx="1084704" cy="418311"/>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just" defTabSz="222250">
            <a:lnSpc>
              <a:spcPct val="90000"/>
            </a:lnSpc>
            <a:spcBef>
              <a:spcPct val="0"/>
            </a:spcBef>
            <a:spcAft>
              <a:spcPct val="35000"/>
            </a:spcAft>
            <a:buNone/>
          </a:pPr>
          <a:r>
            <a:rPr lang="en-AE" sz="500" kern="1200" dirty="0"/>
            <a:t>Inventory Assessment: Identify all applications, data, and infrastructure components currently deployed on-premises. </a:t>
          </a:r>
          <a:endParaRPr lang="en-US" sz="500" kern="1200" dirty="0"/>
        </a:p>
      </dsp:txBody>
      <dsp:txXfrm>
        <a:off x="181608" y="1589794"/>
        <a:ext cx="1060200" cy="393807"/>
      </dsp:txXfrm>
    </dsp:sp>
    <dsp:sp modelId="{1097C38B-C10A-6045-ABC8-3C2DE85ED91F}">
      <dsp:nvSpPr>
        <dsp:cNvPr id="0" name=""/>
        <dsp:cNvSpPr/>
      </dsp:nvSpPr>
      <dsp:spPr>
        <a:xfrm>
          <a:off x="39974" y="1472964"/>
          <a:ext cx="91440" cy="836622"/>
        </a:xfrm>
        <a:custGeom>
          <a:avLst/>
          <a:gdLst/>
          <a:ahLst/>
          <a:cxnLst/>
          <a:rect l="0" t="0" r="0" b="0"/>
          <a:pathLst>
            <a:path>
              <a:moveTo>
                <a:pt x="45720" y="0"/>
              </a:moveTo>
              <a:lnTo>
                <a:pt x="45720" y="836622"/>
              </a:lnTo>
              <a:lnTo>
                <a:pt x="129382" y="836622"/>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01163BA-F64B-684B-838D-9F37DF5F1AA5}">
      <dsp:nvSpPr>
        <dsp:cNvPr id="0" name=""/>
        <dsp:cNvSpPr/>
      </dsp:nvSpPr>
      <dsp:spPr>
        <a:xfrm>
          <a:off x="169356" y="2100431"/>
          <a:ext cx="1077924" cy="418311"/>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292891"/>
              <a:satOff val="-841"/>
              <a:lumOff val="-134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just" defTabSz="222250">
            <a:lnSpc>
              <a:spcPct val="90000"/>
            </a:lnSpc>
            <a:spcBef>
              <a:spcPct val="0"/>
            </a:spcBef>
            <a:spcAft>
              <a:spcPct val="35000"/>
            </a:spcAft>
            <a:buNone/>
          </a:pPr>
          <a:r>
            <a:rPr lang="en-AE" sz="500" kern="1200" dirty="0"/>
            <a:t>Cloud Readiness Assessment: Evaluate the suitability of each application for cloud migration based on factors like dependencies, complexity, regulatory requirements, and resource utilization. </a:t>
          </a:r>
          <a:endParaRPr lang="en-US" sz="500" kern="1200" dirty="0"/>
        </a:p>
      </dsp:txBody>
      <dsp:txXfrm>
        <a:off x="181608" y="2112683"/>
        <a:ext cx="1053420" cy="393807"/>
      </dsp:txXfrm>
    </dsp:sp>
    <dsp:sp modelId="{400057EA-9160-4F48-BB6F-4D3EF386775A}">
      <dsp:nvSpPr>
        <dsp:cNvPr id="0" name=""/>
        <dsp:cNvSpPr/>
      </dsp:nvSpPr>
      <dsp:spPr>
        <a:xfrm>
          <a:off x="39974" y="1472964"/>
          <a:ext cx="91440" cy="1359511"/>
        </a:xfrm>
        <a:custGeom>
          <a:avLst/>
          <a:gdLst/>
          <a:ahLst/>
          <a:cxnLst/>
          <a:rect l="0" t="0" r="0" b="0"/>
          <a:pathLst>
            <a:path>
              <a:moveTo>
                <a:pt x="45720" y="0"/>
              </a:moveTo>
              <a:lnTo>
                <a:pt x="45720" y="1359511"/>
              </a:lnTo>
              <a:lnTo>
                <a:pt x="129382" y="1359511"/>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0288E9-F32C-0F4B-B2C2-318DC0C49E72}">
      <dsp:nvSpPr>
        <dsp:cNvPr id="0" name=""/>
        <dsp:cNvSpPr/>
      </dsp:nvSpPr>
      <dsp:spPr>
        <a:xfrm>
          <a:off x="169356" y="2623320"/>
          <a:ext cx="1101684" cy="418311"/>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585783"/>
              <a:satOff val="-1681"/>
              <a:lumOff val="-269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just" defTabSz="222250">
            <a:lnSpc>
              <a:spcPct val="90000"/>
            </a:lnSpc>
            <a:spcBef>
              <a:spcPct val="0"/>
            </a:spcBef>
            <a:spcAft>
              <a:spcPct val="35000"/>
            </a:spcAft>
            <a:buNone/>
          </a:pPr>
          <a:r>
            <a:rPr lang="en-AE" sz="500" kern="1200" dirty="0"/>
            <a:t>Prioritization: Prioritize applications based on business criticality, complexity, and potential benefits of migration. </a:t>
          </a:r>
          <a:endParaRPr lang="en-US" sz="500" kern="1200" dirty="0"/>
        </a:p>
      </dsp:txBody>
      <dsp:txXfrm>
        <a:off x="181608" y="2635572"/>
        <a:ext cx="1077180" cy="393807"/>
      </dsp:txXfrm>
    </dsp:sp>
    <dsp:sp modelId="{A8147E1F-4FE2-CB4D-B6F4-E70F18504EC6}">
      <dsp:nvSpPr>
        <dsp:cNvPr id="0" name=""/>
        <dsp:cNvSpPr/>
      </dsp:nvSpPr>
      <dsp:spPr>
        <a:xfrm>
          <a:off x="39974" y="1472964"/>
          <a:ext cx="91440" cy="1882401"/>
        </a:xfrm>
        <a:custGeom>
          <a:avLst/>
          <a:gdLst/>
          <a:ahLst/>
          <a:cxnLst/>
          <a:rect l="0" t="0" r="0" b="0"/>
          <a:pathLst>
            <a:path>
              <a:moveTo>
                <a:pt x="45720" y="0"/>
              </a:moveTo>
              <a:lnTo>
                <a:pt x="45720" y="1882401"/>
              </a:lnTo>
              <a:lnTo>
                <a:pt x="129382" y="1882401"/>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5A4E7A9-B87C-F74A-9ED0-5F2472D8795F}">
      <dsp:nvSpPr>
        <dsp:cNvPr id="0" name=""/>
        <dsp:cNvSpPr/>
      </dsp:nvSpPr>
      <dsp:spPr>
        <a:xfrm>
          <a:off x="169356" y="3146210"/>
          <a:ext cx="1061808" cy="418311"/>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878674"/>
              <a:satOff val="-2522"/>
              <a:lumOff val="-403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just" defTabSz="222250">
            <a:lnSpc>
              <a:spcPct val="90000"/>
            </a:lnSpc>
            <a:spcBef>
              <a:spcPct val="0"/>
            </a:spcBef>
            <a:spcAft>
              <a:spcPct val="35000"/>
            </a:spcAft>
            <a:buNone/>
          </a:pPr>
          <a:r>
            <a:rPr lang="en-AE" sz="500" kern="1200" dirty="0"/>
            <a:t>Cost Analysis: Estimate the costs associated with running applications in the cloud, considering factors such as compute resources, storage, data transfer, and any additional services required. </a:t>
          </a:r>
          <a:endParaRPr lang="en-US" sz="500" kern="1200" dirty="0"/>
        </a:p>
      </dsp:txBody>
      <dsp:txXfrm>
        <a:off x="181608" y="3158462"/>
        <a:ext cx="1037304" cy="393807"/>
      </dsp:txXfrm>
    </dsp:sp>
    <dsp:sp modelId="{110E67B0-4434-CC48-8B12-D2049BA6794F}">
      <dsp:nvSpPr>
        <dsp:cNvPr id="0" name=""/>
        <dsp:cNvSpPr/>
      </dsp:nvSpPr>
      <dsp:spPr>
        <a:xfrm>
          <a:off x="39974" y="1472964"/>
          <a:ext cx="91440" cy="2405290"/>
        </a:xfrm>
        <a:custGeom>
          <a:avLst/>
          <a:gdLst/>
          <a:ahLst/>
          <a:cxnLst/>
          <a:rect l="0" t="0" r="0" b="0"/>
          <a:pathLst>
            <a:path>
              <a:moveTo>
                <a:pt x="45720" y="0"/>
              </a:moveTo>
              <a:lnTo>
                <a:pt x="45720" y="2405290"/>
              </a:lnTo>
              <a:lnTo>
                <a:pt x="129382" y="2405290"/>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75875E-55E4-7441-8847-6B20A48150AC}">
      <dsp:nvSpPr>
        <dsp:cNvPr id="0" name=""/>
        <dsp:cNvSpPr/>
      </dsp:nvSpPr>
      <dsp:spPr>
        <a:xfrm>
          <a:off x="169356" y="3669099"/>
          <a:ext cx="1087234" cy="418311"/>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1171566"/>
              <a:satOff val="-3362"/>
              <a:lumOff val="-538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just" defTabSz="222250">
            <a:lnSpc>
              <a:spcPct val="90000"/>
            </a:lnSpc>
            <a:spcBef>
              <a:spcPct val="0"/>
            </a:spcBef>
            <a:spcAft>
              <a:spcPct val="35000"/>
            </a:spcAft>
            <a:buNone/>
          </a:pPr>
          <a:r>
            <a:rPr lang="en-AE" sz="500" kern="1200" dirty="0"/>
            <a:t>Risk Assessment: Identify potential risks and challenges associated with migration, such as data security, compliance, performance issues, and downtime. </a:t>
          </a:r>
          <a:endParaRPr lang="en-US" sz="500" kern="1200" dirty="0"/>
        </a:p>
      </dsp:txBody>
      <dsp:txXfrm>
        <a:off x="181608" y="3681351"/>
        <a:ext cx="1062730" cy="393807"/>
      </dsp:txXfrm>
    </dsp:sp>
    <dsp:sp modelId="{426A26C0-9BC4-6749-9813-F76C4435CE85}">
      <dsp:nvSpPr>
        <dsp:cNvPr id="0" name=""/>
        <dsp:cNvSpPr/>
      </dsp:nvSpPr>
      <dsp:spPr>
        <a:xfrm>
          <a:off x="1295892" y="1054653"/>
          <a:ext cx="836622" cy="418311"/>
        </a:xfrm>
        <a:prstGeom prst="roundRect">
          <a:avLst>
            <a:gd name="adj" fmla="val 10000"/>
          </a:avLst>
        </a:prstGeom>
        <a:solidFill>
          <a:schemeClr val="accent2">
            <a:hueOff val="715957"/>
            <a:satOff val="-2055"/>
            <a:lumOff val="-32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AE" sz="700" b="1" kern="1200"/>
            <a:t>Choose the Right Cloud Platform</a:t>
          </a:r>
          <a:r>
            <a:rPr lang="en-AE" sz="700" kern="1200"/>
            <a:t>: </a:t>
          </a:r>
          <a:endParaRPr lang="en-US" sz="700" kern="1200"/>
        </a:p>
      </dsp:txBody>
      <dsp:txXfrm>
        <a:off x="1308144" y="1066905"/>
        <a:ext cx="812118" cy="393807"/>
      </dsp:txXfrm>
    </dsp:sp>
    <dsp:sp modelId="{E8EA6E89-35CC-DA48-AF12-BB250AFEBC03}">
      <dsp:nvSpPr>
        <dsp:cNvPr id="0" name=""/>
        <dsp:cNvSpPr/>
      </dsp:nvSpPr>
      <dsp:spPr>
        <a:xfrm>
          <a:off x="1333834" y="1472964"/>
          <a:ext cx="91440" cy="313733"/>
        </a:xfrm>
        <a:custGeom>
          <a:avLst/>
          <a:gdLst/>
          <a:ahLst/>
          <a:cxnLst/>
          <a:rect l="0" t="0" r="0" b="0"/>
          <a:pathLst>
            <a:path>
              <a:moveTo>
                <a:pt x="45720" y="0"/>
              </a:moveTo>
              <a:lnTo>
                <a:pt x="45720" y="313733"/>
              </a:lnTo>
              <a:lnTo>
                <a:pt x="129382" y="313733"/>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DBD251F-ACE7-0142-A51F-A9F3495461E7}">
      <dsp:nvSpPr>
        <dsp:cNvPr id="0" name=""/>
        <dsp:cNvSpPr/>
      </dsp:nvSpPr>
      <dsp:spPr>
        <a:xfrm>
          <a:off x="1463217" y="1577542"/>
          <a:ext cx="1080796" cy="418311"/>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1464457"/>
              <a:satOff val="-4203"/>
              <a:lumOff val="-672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just" defTabSz="222250">
            <a:lnSpc>
              <a:spcPct val="90000"/>
            </a:lnSpc>
            <a:spcBef>
              <a:spcPct val="0"/>
            </a:spcBef>
            <a:spcAft>
              <a:spcPct val="35000"/>
            </a:spcAft>
            <a:buNone/>
          </a:pPr>
          <a:r>
            <a:rPr lang="en-AE" sz="500" kern="1200"/>
            <a:t>Evaluate different cloud service providers (e.g., AWS, Azure, Google Cloud) based on factors like services offered, pricing, performance, security, compliance, and geographical presence. </a:t>
          </a:r>
          <a:endParaRPr lang="en-US" sz="500" kern="1200"/>
        </a:p>
      </dsp:txBody>
      <dsp:txXfrm>
        <a:off x="1475469" y="1589794"/>
        <a:ext cx="1056292" cy="393807"/>
      </dsp:txXfrm>
    </dsp:sp>
    <dsp:sp modelId="{610ACE92-1C66-874F-BD09-BF368E760F2A}">
      <dsp:nvSpPr>
        <dsp:cNvPr id="0" name=""/>
        <dsp:cNvSpPr/>
      </dsp:nvSpPr>
      <dsp:spPr>
        <a:xfrm>
          <a:off x="1333834" y="1472964"/>
          <a:ext cx="91440" cy="836622"/>
        </a:xfrm>
        <a:custGeom>
          <a:avLst/>
          <a:gdLst/>
          <a:ahLst/>
          <a:cxnLst/>
          <a:rect l="0" t="0" r="0" b="0"/>
          <a:pathLst>
            <a:path>
              <a:moveTo>
                <a:pt x="45720" y="0"/>
              </a:moveTo>
              <a:lnTo>
                <a:pt x="45720" y="836622"/>
              </a:lnTo>
              <a:lnTo>
                <a:pt x="129382" y="836622"/>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9378B34-C9BE-8B45-A5B0-779C4BBBD696}">
      <dsp:nvSpPr>
        <dsp:cNvPr id="0" name=""/>
        <dsp:cNvSpPr/>
      </dsp:nvSpPr>
      <dsp:spPr>
        <a:xfrm>
          <a:off x="1463217" y="2100431"/>
          <a:ext cx="992816" cy="418311"/>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1757349"/>
              <a:satOff val="-5044"/>
              <a:lumOff val="-807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AE" sz="500" kern="1200"/>
            <a:t>Select the cloud platform that best aligns with your organization's requirements and objectives. </a:t>
          </a:r>
          <a:endParaRPr lang="en-US" sz="500" kern="1200"/>
        </a:p>
      </dsp:txBody>
      <dsp:txXfrm>
        <a:off x="1475469" y="2112683"/>
        <a:ext cx="968312" cy="393807"/>
      </dsp:txXfrm>
    </dsp:sp>
    <dsp:sp modelId="{4F5508C6-DB68-084B-98C3-96C866716249}">
      <dsp:nvSpPr>
        <dsp:cNvPr id="0" name=""/>
        <dsp:cNvSpPr/>
      </dsp:nvSpPr>
      <dsp:spPr>
        <a:xfrm>
          <a:off x="2585844" y="1054653"/>
          <a:ext cx="836622" cy="418311"/>
        </a:xfrm>
        <a:prstGeom prst="roundRect">
          <a:avLst>
            <a:gd name="adj" fmla="val 10000"/>
          </a:avLst>
        </a:prstGeom>
        <a:solidFill>
          <a:schemeClr val="accent2">
            <a:hueOff val="1431914"/>
            <a:satOff val="-4110"/>
            <a:lumOff val="-658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AE" sz="800" b="1" kern="1200"/>
            <a:t>Design the Target Architecture</a:t>
          </a:r>
          <a:r>
            <a:rPr lang="en-AE" sz="800" kern="1200"/>
            <a:t>: </a:t>
          </a:r>
          <a:endParaRPr lang="en-US" sz="800" kern="1200"/>
        </a:p>
      </dsp:txBody>
      <dsp:txXfrm>
        <a:off x="2598096" y="1066905"/>
        <a:ext cx="812118" cy="393807"/>
      </dsp:txXfrm>
    </dsp:sp>
    <dsp:sp modelId="{0B5E27DC-FF36-1246-8F7F-849EBA8B81EC}">
      <dsp:nvSpPr>
        <dsp:cNvPr id="0" name=""/>
        <dsp:cNvSpPr/>
      </dsp:nvSpPr>
      <dsp:spPr>
        <a:xfrm>
          <a:off x="2623786" y="1472964"/>
          <a:ext cx="91440" cy="313733"/>
        </a:xfrm>
        <a:custGeom>
          <a:avLst/>
          <a:gdLst/>
          <a:ahLst/>
          <a:cxnLst/>
          <a:rect l="0" t="0" r="0" b="0"/>
          <a:pathLst>
            <a:path>
              <a:moveTo>
                <a:pt x="45720" y="0"/>
              </a:moveTo>
              <a:lnTo>
                <a:pt x="45720" y="313733"/>
              </a:lnTo>
              <a:lnTo>
                <a:pt x="129382" y="313733"/>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CC447DF-2EAA-0A4B-8DEE-05EEDD18192E}">
      <dsp:nvSpPr>
        <dsp:cNvPr id="0" name=""/>
        <dsp:cNvSpPr/>
      </dsp:nvSpPr>
      <dsp:spPr>
        <a:xfrm>
          <a:off x="2753168" y="1577542"/>
          <a:ext cx="991049" cy="418311"/>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2050240"/>
              <a:satOff val="-5884"/>
              <a:lumOff val="-942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just" defTabSz="222250">
            <a:lnSpc>
              <a:spcPct val="90000"/>
            </a:lnSpc>
            <a:spcBef>
              <a:spcPct val="0"/>
            </a:spcBef>
            <a:spcAft>
              <a:spcPct val="35000"/>
            </a:spcAft>
            <a:buNone/>
          </a:pPr>
          <a:r>
            <a:rPr lang="en-AE" sz="500" kern="1200" dirty="0"/>
            <a:t>Define the architecture for the cloud environment, including decisions on infrastructure as a service (IaaS), platform as a service (PaaS), or software as a service (SaaS) offerings. </a:t>
          </a:r>
          <a:endParaRPr lang="en-US" sz="500" kern="1200" dirty="0"/>
        </a:p>
      </dsp:txBody>
      <dsp:txXfrm>
        <a:off x="2765420" y="1589794"/>
        <a:ext cx="966545" cy="393807"/>
      </dsp:txXfrm>
    </dsp:sp>
    <dsp:sp modelId="{FA561E9D-FC6C-5240-9985-6815BB9E6C3C}">
      <dsp:nvSpPr>
        <dsp:cNvPr id="0" name=""/>
        <dsp:cNvSpPr/>
      </dsp:nvSpPr>
      <dsp:spPr>
        <a:xfrm>
          <a:off x="2623786" y="1472964"/>
          <a:ext cx="91440" cy="836622"/>
        </a:xfrm>
        <a:custGeom>
          <a:avLst/>
          <a:gdLst/>
          <a:ahLst/>
          <a:cxnLst/>
          <a:rect l="0" t="0" r="0" b="0"/>
          <a:pathLst>
            <a:path>
              <a:moveTo>
                <a:pt x="45720" y="0"/>
              </a:moveTo>
              <a:lnTo>
                <a:pt x="45720" y="836622"/>
              </a:lnTo>
              <a:lnTo>
                <a:pt x="129382" y="836622"/>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1160572-B03A-2F43-A919-DF6625E5C611}">
      <dsp:nvSpPr>
        <dsp:cNvPr id="0" name=""/>
        <dsp:cNvSpPr/>
      </dsp:nvSpPr>
      <dsp:spPr>
        <a:xfrm>
          <a:off x="2753168" y="2100431"/>
          <a:ext cx="932961" cy="418311"/>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2343132"/>
              <a:satOff val="-6725"/>
              <a:lumOff val="-1076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just" defTabSz="222250">
            <a:lnSpc>
              <a:spcPct val="90000"/>
            </a:lnSpc>
            <a:spcBef>
              <a:spcPct val="0"/>
            </a:spcBef>
            <a:spcAft>
              <a:spcPct val="35000"/>
            </a:spcAft>
            <a:buNone/>
          </a:pPr>
          <a:r>
            <a:rPr lang="en-AE" sz="500" kern="1200"/>
            <a:t>Consider cloud-native technologies and services that can enhance scalability, resilience, and agility. </a:t>
          </a:r>
          <a:endParaRPr lang="en-US" sz="500" kern="1200"/>
        </a:p>
      </dsp:txBody>
      <dsp:txXfrm>
        <a:off x="2765420" y="2112683"/>
        <a:ext cx="908457" cy="393807"/>
      </dsp:txXfrm>
    </dsp:sp>
    <dsp:sp modelId="{00BC82C5-0AC6-BF40-8D4F-C2DE580B6EF5}">
      <dsp:nvSpPr>
        <dsp:cNvPr id="0" name=""/>
        <dsp:cNvSpPr/>
      </dsp:nvSpPr>
      <dsp:spPr>
        <a:xfrm>
          <a:off x="3786049" y="1054653"/>
          <a:ext cx="836622" cy="418311"/>
        </a:xfrm>
        <a:prstGeom prst="roundRect">
          <a:avLst>
            <a:gd name="adj" fmla="val 10000"/>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AE" sz="800" b="1" kern="1200"/>
            <a:t>Data Migration</a:t>
          </a:r>
          <a:r>
            <a:rPr lang="en-AE" sz="800" kern="1200"/>
            <a:t>: </a:t>
          </a:r>
          <a:endParaRPr lang="en-US" sz="800" kern="1200"/>
        </a:p>
      </dsp:txBody>
      <dsp:txXfrm>
        <a:off x="3798301" y="1066905"/>
        <a:ext cx="812118" cy="393807"/>
      </dsp:txXfrm>
    </dsp:sp>
    <dsp:sp modelId="{312041F3-E3D9-024C-B54E-68BB87BFA886}">
      <dsp:nvSpPr>
        <dsp:cNvPr id="0" name=""/>
        <dsp:cNvSpPr/>
      </dsp:nvSpPr>
      <dsp:spPr>
        <a:xfrm>
          <a:off x="3823992" y="1472964"/>
          <a:ext cx="91440" cy="313733"/>
        </a:xfrm>
        <a:custGeom>
          <a:avLst/>
          <a:gdLst/>
          <a:ahLst/>
          <a:cxnLst/>
          <a:rect l="0" t="0" r="0" b="0"/>
          <a:pathLst>
            <a:path>
              <a:moveTo>
                <a:pt x="45720" y="0"/>
              </a:moveTo>
              <a:lnTo>
                <a:pt x="45720" y="313733"/>
              </a:lnTo>
              <a:lnTo>
                <a:pt x="129382" y="313733"/>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E185C81-5D39-1F4B-9012-5B1EAC1E95C7}">
      <dsp:nvSpPr>
        <dsp:cNvPr id="0" name=""/>
        <dsp:cNvSpPr/>
      </dsp:nvSpPr>
      <dsp:spPr>
        <a:xfrm>
          <a:off x="3953374" y="1577542"/>
          <a:ext cx="1047846" cy="418311"/>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2636023"/>
              <a:satOff val="-7565"/>
              <a:lumOff val="-1211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just" defTabSz="222250">
            <a:lnSpc>
              <a:spcPct val="90000"/>
            </a:lnSpc>
            <a:spcBef>
              <a:spcPct val="0"/>
            </a:spcBef>
            <a:spcAft>
              <a:spcPct val="35000"/>
            </a:spcAft>
            <a:buNone/>
          </a:pPr>
          <a:r>
            <a:rPr lang="en-AE" sz="500" kern="1200" dirty="0"/>
            <a:t>Develop a data migration strategy for transferring data from on-premises storage systems to cloud storage solutions. </a:t>
          </a:r>
          <a:endParaRPr lang="en-US" sz="500" kern="1200" dirty="0"/>
        </a:p>
      </dsp:txBody>
      <dsp:txXfrm>
        <a:off x="3965626" y="1589794"/>
        <a:ext cx="1023342" cy="393807"/>
      </dsp:txXfrm>
    </dsp:sp>
    <dsp:sp modelId="{0F4B8760-BFD9-F948-B929-563E11A624E3}">
      <dsp:nvSpPr>
        <dsp:cNvPr id="0" name=""/>
        <dsp:cNvSpPr/>
      </dsp:nvSpPr>
      <dsp:spPr>
        <a:xfrm>
          <a:off x="3823992" y="1472964"/>
          <a:ext cx="91440" cy="836622"/>
        </a:xfrm>
        <a:custGeom>
          <a:avLst/>
          <a:gdLst/>
          <a:ahLst/>
          <a:cxnLst/>
          <a:rect l="0" t="0" r="0" b="0"/>
          <a:pathLst>
            <a:path>
              <a:moveTo>
                <a:pt x="45720" y="0"/>
              </a:moveTo>
              <a:lnTo>
                <a:pt x="45720" y="836622"/>
              </a:lnTo>
              <a:lnTo>
                <a:pt x="129382" y="836622"/>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7EEC0D-DF79-1746-AA01-0DCCC443845E}">
      <dsp:nvSpPr>
        <dsp:cNvPr id="0" name=""/>
        <dsp:cNvSpPr/>
      </dsp:nvSpPr>
      <dsp:spPr>
        <a:xfrm>
          <a:off x="3953374" y="2100431"/>
          <a:ext cx="1063876" cy="418311"/>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2928915"/>
              <a:satOff val="-8406"/>
              <a:lumOff val="-1345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just" defTabSz="222250">
            <a:lnSpc>
              <a:spcPct val="90000"/>
            </a:lnSpc>
            <a:spcBef>
              <a:spcPct val="0"/>
            </a:spcBef>
            <a:spcAft>
              <a:spcPct val="35000"/>
            </a:spcAft>
            <a:buNone/>
          </a:pPr>
          <a:r>
            <a:rPr lang="en-AE" sz="500" kern="1200" dirty="0"/>
            <a:t>Choose appropriate migration methods such as online migration, offline migration, or hybrid approaches based on data volume, latency requirements, and downtime tolerance. </a:t>
          </a:r>
          <a:endParaRPr lang="en-US" sz="500" kern="1200" dirty="0"/>
        </a:p>
      </dsp:txBody>
      <dsp:txXfrm>
        <a:off x="3965626" y="2112683"/>
        <a:ext cx="1039372" cy="393807"/>
      </dsp:txXfrm>
    </dsp:sp>
    <dsp:sp modelId="{EF8476FC-A0C6-D147-9857-383FA21A7999}">
      <dsp:nvSpPr>
        <dsp:cNvPr id="0" name=""/>
        <dsp:cNvSpPr/>
      </dsp:nvSpPr>
      <dsp:spPr>
        <a:xfrm>
          <a:off x="5059081" y="1054653"/>
          <a:ext cx="836622" cy="418311"/>
        </a:xfrm>
        <a:prstGeom prst="roundRect">
          <a:avLst>
            <a:gd name="adj" fmla="val 10000"/>
          </a:avLst>
        </a:prstGeom>
        <a:solidFill>
          <a:schemeClr val="accent2">
            <a:hueOff val="2863828"/>
            <a:satOff val="-8219"/>
            <a:lumOff val="-1316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AE" sz="800" b="1" kern="1200"/>
            <a:t>Application Migration</a:t>
          </a:r>
          <a:r>
            <a:rPr lang="en-AE" sz="800" kern="1200"/>
            <a:t>: </a:t>
          </a:r>
          <a:endParaRPr lang="en-US" sz="800" kern="1200"/>
        </a:p>
      </dsp:txBody>
      <dsp:txXfrm>
        <a:off x="5071333" y="1066905"/>
        <a:ext cx="812118" cy="393807"/>
      </dsp:txXfrm>
    </dsp:sp>
    <dsp:sp modelId="{F2606F3F-B01C-4D4C-9029-D22D55B4484B}">
      <dsp:nvSpPr>
        <dsp:cNvPr id="0" name=""/>
        <dsp:cNvSpPr/>
      </dsp:nvSpPr>
      <dsp:spPr>
        <a:xfrm>
          <a:off x="5097024" y="1472964"/>
          <a:ext cx="91440" cy="313733"/>
        </a:xfrm>
        <a:custGeom>
          <a:avLst/>
          <a:gdLst/>
          <a:ahLst/>
          <a:cxnLst/>
          <a:rect l="0" t="0" r="0" b="0"/>
          <a:pathLst>
            <a:path>
              <a:moveTo>
                <a:pt x="45720" y="0"/>
              </a:moveTo>
              <a:lnTo>
                <a:pt x="45720" y="313733"/>
              </a:lnTo>
              <a:lnTo>
                <a:pt x="129382" y="313733"/>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4472257-4F38-B242-85E8-F4ADAE96EEA6}">
      <dsp:nvSpPr>
        <dsp:cNvPr id="0" name=""/>
        <dsp:cNvSpPr/>
      </dsp:nvSpPr>
      <dsp:spPr>
        <a:xfrm>
          <a:off x="5226406" y="1577542"/>
          <a:ext cx="940002" cy="418311"/>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3221806"/>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just" defTabSz="222250">
            <a:lnSpc>
              <a:spcPct val="90000"/>
            </a:lnSpc>
            <a:spcBef>
              <a:spcPct val="0"/>
            </a:spcBef>
            <a:spcAft>
              <a:spcPct val="35000"/>
            </a:spcAft>
            <a:buNone/>
          </a:pPr>
          <a:r>
            <a:rPr lang="en-AE" sz="500" kern="1200" dirty="0"/>
            <a:t>Determine the migration approach for each application, which may include rehosting (lift and shift), re-platforming (lift, tinker, and shift), or refactoring (rearchitecting). </a:t>
          </a:r>
          <a:endParaRPr lang="en-US" sz="500" kern="1200" dirty="0"/>
        </a:p>
      </dsp:txBody>
      <dsp:txXfrm>
        <a:off x="5238658" y="1589794"/>
        <a:ext cx="915498" cy="393807"/>
      </dsp:txXfrm>
    </dsp:sp>
    <dsp:sp modelId="{2EB7A5B6-EA88-3C48-8C99-5BC7E7BF7949}">
      <dsp:nvSpPr>
        <dsp:cNvPr id="0" name=""/>
        <dsp:cNvSpPr/>
      </dsp:nvSpPr>
      <dsp:spPr>
        <a:xfrm>
          <a:off x="5097024" y="1472964"/>
          <a:ext cx="91440" cy="836622"/>
        </a:xfrm>
        <a:custGeom>
          <a:avLst/>
          <a:gdLst/>
          <a:ahLst/>
          <a:cxnLst/>
          <a:rect l="0" t="0" r="0" b="0"/>
          <a:pathLst>
            <a:path>
              <a:moveTo>
                <a:pt x="45720" y="0"/>
              </a:moveTo>
              <a:lnTo>
                <a:pt x="45720" y="836622"/>
              </a:lnTo>
              <a:lnTo>
                <a:pt x="129382" y="836622"/>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62FDD49-15B0-684C-B6ED-66A1652C0CA6}">
      <dsp:nvSpPr>
        <dsp:cNvPr id="0" name=""/>
        <dsp:cNvSpPr/>
      </dsp:nvSpPr>
      <dsp:spPr>
        <a:xfrm>
          <a:off x="5226406" y="2100431"/>
          <a:ext cx="879022" cy="418311"/>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3514698"/>
              <a:satOff val="-10087"/>
              <a:lumOff val="-1615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just" defTabSz="222250">
            <a:lnSpc>
              <a:spcPct val="90000"/>
            </a:lnSpc>
            <a:spcBef>
              <a:spcPct val="0"/>
            </a:spcBef>
            <a:spcAft>
              <a:spcPct val="35000"/>
            </a:spcAft>
            <a:buNone/>
          </a:pPr>
          <a:r>
            <a:rPr lang="en-AE" sz="500" kern="1200" dirty="0"/>
            <a:t>Test applications in the cloud environment to ensure compatibility, performance, and functionality. </a:t>
          </a:r>
          <a:endParaRPr lang="en-US" sz="500" kern="1200" dirty="0"/>
        </a:p>
      </dsp:txBody>
      <dsp:txXfrm>
        <a:off x="5238658" y="2112683"/>
        <a:ext cx="854518" cy="393807"/>
      </dsp:txXfrm>
    </dsp:sp>
    <dsp:sp modelId="{6C084CDF-7E1B-0E49-BFBB-8CABFFE22F7A}">
      <dsp:nvSpPr>
        <dsp:cNvPr id="0" name=""/>
        <dsp:cNvSpPr/>
      </dsp:nvSpPr>
      <dsp:spPr>
        <a:xfrm>
          <a:off x="6208239" y="1054653"/>
          <a:ext cx="836622" cy="418311"/>
        </a:xfrm>
        <a:prstGeom prst="roundRect">
          <a:avLst>
            <a:gd name="adj" fmla="val 10000"/>
          </a:avLst>
        </a:prstGeom>
        <a:solidFill>
          <a:schemeClr val="accent2">
            <a:hueOff val="3579785"/>
            <a:satOff val="-10274"/>
            <a:lumOff val="-1644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AE" sz="800" b="1" kern="1200"/>
            <a:t>Security and Compliance</a:t>
          </a:r>
          <a:r>
            <a:rPr lang="en-AE" sz="800" kern="1200"/>
            <a:t>: </a:t>
          </a:r>
          <a:endParaRPr lang="en-US" sz="800" kern="1200"/>
        </a:p>
      </dsp:txBody>
      <dsp:txXfrm>
        <a:off x="6220491" y="1066905"/>
        <a:ext cx="812118" cy="393807"/>
      </dsp:txXfrm>
    </dsp:sp>
    <dsp:sp modelId="{4592DB88-B9F5-3E4F-8961-66FF0F69A69F}">
      <dsp:nvSpPr>
        <dsp:cNvPr id="0" name=""/>
        <dsp:cNvSpPr/>
      </dsp:nvSpPr>
      <dsp:spPr>
        <a:xfrm>
          <a:off x="6246182" y="1472964"/>
          <a:ext cx="91440" cy="313733"/>
        </a:xfrm>
        <a:custGeom>
          <a:avLst/>
          <a:gdLst/>
          <a:ahLst/>
          <a:cxnLst/>
          <a:rect l="0" t="0" r="0" b="0"/>
          <a:pathLst>
            <a:path>
              <a:moveTo>
                <a:pt x="45720" y="0"/>
              </a:moveTo>
              <a:lnTo>
                <a:pt x="45720" y="313733"/>
              </a:lnTo>
              <a:lnTo>
                <a:pt x="129382" y="313733"/>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286DB2E-FA12-4C4F-BAE4-9AA035DB002F}">
      <dsp:nvSpPr>
        <dsp:cNvPr id="0" name=""/>
        <dsp:cNvSpPr/>
      </dsp:nvSpPr>
      <dsp:spPr>
        <a:xfrm>
          <a:off x="6375564" y="1577542"/>
          <a:ext cx="1083272" cy="418311"/>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3807589"/>
              <a:satOff val="-10928"/>
              <a:lumOff val="-1749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just" defTabSz="222250">
            <a:lnSpc>
              <a:spcPct val="90000"/>
            </a:lnSpc>
            <a:spcBef>
              <a:spcPct val="0"/>
            </a:spcBef>
            <a:spcAft>
              <a:spcPct val="35000"/>
            </a:spcAft>
            <a:buNone/>
          </a:pPr>
          <a:r>
            <a:rPr lang="en-AE" sz="500" kern="1200" dirty="0"/>
            <a:t>Implement robust security measures in the cloud environment, including encryption, identity and access management (IAM), network security groups, and security monitoring. </a:t>
          </a:r>
          <a:endParaRPr lang="en-US" sz="500" kern="1200" dirty="0"/>
        </a:p>
      </dsp:txBody>
      <dsp:txXfrm>
        <a:off x="6387816" y="1589794"/>
        <a:ext cx="1058768" cy="393807"/>
      </dsp:txXfrm>
    </dsp:sp>
    <dsp:sp modelId="{A63C0C74-8BDC-8C47-BE80-D643A83415C4}">
      <dsp:nvSpPr>
        <dsp:cNvPr id="0" name=""/>
        <dsp:cNvSpPr/>
      </dsp:nvSpPr>
      <dsp:spPr>
        <a:xfrm>
          <a:off x="6246182" y="1472964"/>
          <a:ext cx="91440" cy="836622"/>
        </a:xfrm>
        <a:custGeom>
          <a:avLst/>
          <a:gdLst/>
          <a:ahLst/>
          <a:cxnLst/>
          <a:rect l="0" t="0" r="0" b="0"/>
          <a:pathLst>
            <a:path>
              <a:moveTo>
                <a:pt x="45720" y="0"/>
              </a:moveTo>
              <a:lnTo>
                <a:pt x="45720" y="836622"/>
              </a:lnTo>
              <a:lnTo>
                <a:pt x="129382" y="836622"/>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BC3558-08E5-1943-ABA3-9395093A0D45}">
      <dsp:nvSpPr>
        <dsp:cNvPr id="0" name=""/>
        <dsp:cNvSpPr/>
      </dsp:nvSpPr>
      <dsp:spPr>
        <a:xfrm>
          <a:off x="6375564" y="2100431"/>
          <a:ext cx="1061018" cy="418311"/>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4100480"/>
              <a:satOff val="-11768"/>
              <a:lumOff val="-1884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just" defTabSz="222250">
            <a:lnSpc>
              <a:spcPct val="90000"/>
            </a:lnSpc>
            <a:spcBef>
              <a:spcPct val="0"/>
            </a:spcBef>
            <a:spcAft>
              <a:spcPct val="35000"/>
            </a:spcAft>
            <a:buNone/>
          </a:pPr>
          <a:r>
            <a:rPr lang="en-AE" sz="500" kern="1200" dirty="0"/>
            <a:t>Ensure compliance with industry regulations and standards relevant to your business, such as GDPR, HIPAA, or PCI DSS. </a:t>
          </a:r>
          <a:endParaRPr lang="en-US" sz="500" kern="1200" dirty="0"/>
        </a:p>
      </dsp:txBody>
      <dsp:txXfrm>
        <a:off x="6387816" y="2112683"/>
        <a:ext cx="1036514" cy="393807"/>
      </dsp:txXfrm>
    </dsp:sp>
    <dsp:sp modelId="{62D0B227-3E7B-EB4C-A768-8F793C5FA343}">
      <dsp:nvSpPr>
        <dsp:cNvPr id="0" name=""/>
        <dsp:cNvSpPr/>
      </dsp:nvSpPr>
      <dsp:spPr>
        <a:xfrm>
          <a:off x="7500668" y="1054653"/>
          <a:ext cx="836622" cy="418311"/>
        </a:xfrm>
        <a:prstGeom prst="roundRect">
          <a:avLst>
            <a:gd name="adj" fmla="val 10000"/>
          </a:avLst>
        </a:prstGeom>
        <a:solidFill>
          <a:schemeClr val="accent2">
            <a:hueOff val="4295742"/>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AE" sz="800" b="1" kern="1200" dirty="0"/>
            <a:t>Testing and Validation</a:t>
          </a:r>
          <a:r>
            <a:rPr lang="en-AE" sz="800" kern="1200" dirty="0"/>
            <a:t>: </a:t>
          </a:r>
          <a:endParaRPr lang="en-US" sz="800" kern="1200" dirty="0"/>
        </a:p>
      </dsp:txBody>
      <dsp:txXfrm>
        <a:off x="7512920" y="1066905"/>
        <a:ext cx="812118" cy="393807"/>
      </dsp:txXfrm>
    </dsp:sp>
    <dsp:sp modelId="{C5FB6C31-4BD7-5843-9D54-1E7D40869DB3}">
      <dsp:nvSpPr>
        <dsp:cNvPr id="0" name=""/>
        <dsp:cNvSpPr/>
      </dsp:nvSpPr>
      <dsp:spPr>
        <a:xfrm>
          <a:off x="7538610" y="1472964"/>
          <a:ext cx="91440" cy="313733"/>
        </a:xfrm>
        <a:custGeom>
          <a:avLst/>
          <a:gdLst/>
          <a:ahLst/>
          <a:cxnLst/>
          <a:rect l="0" t="0" r="0" b="0"/>
          <a:pathLst>
            <a:path>
              <a:moveTo>
                <a:pt x="45720" y="0"/>
              </a:moveTo>
              <a:lnTo>
                <a:pt x="45720" y="313733"/>
              </a:lnTo>
              <a:lnTo>
                <a:pt x="129382" y="313733"/>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E7DD1DB-1977-2B4B-8BCC-26F371614D5A}">
      <dsp:nvSpPr>
        <dsp:cNvPr id="0" name=""/>
        <dsp:cNvSpPr/>
      </dsp:nvSpPr>
      <dsp:spPr>
        <a:xfrm>
          <a:off x="7667992" y="1577542"/>
          <a:ext cx="845992" cy="418311"/>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4393372"/>
              <a:satOff val="-12609"/>
              <a:lumOff val="-2018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just" defTabSz="222250">
            <a:lnSpc>
              <a:spcPct val="90000"/>
            </a:lnSpc>
            <a:spcBef>
              <a:spcPct val="0"/>
            </a:spcBef>
            <a:spcAft>
              <a:spcPct val="35000"/>
            </a:spcAft>
            <a:buNone/>
          </a:pPr>
          <a:r>
            <a:rPr lang="en-AE" sz="500" kern="1200" dirty="0"/>
            <a:t>Conduct thorough testing of migrated applications and data to verify functionality, performance, and reliability. </a:t>
          </a:r>
          <a:endParaRPr lang="en-US" sz="500" kern="1200" dirty="0"/>
        </a:p>
      </dsp:txBody>
      <dsp:txXfrm>
        <a:off x="7680244" y="1589794"/>
        <a:ext cx="821488" cy="393807"/>
      </dsp:txXfrm>
    </dsp:sp>
    <dsp:sp modelId="{7174476A-C11D-2B4A-BDCD-F55913B660F4}">
      <dsp:nvSpPr>
        <dsp:cNvPr id="0" name=""/>
        <dsp:cNvSpPr/>
      </dsp:nvSpPr>
      <dsp:spPr>
        <a:xfrm>
          <a:off x="7538610" y="1472964"/>
          <a:ext cx="91440" cy="836622"/>
        </a:xfrm>
        <a:custGeom>
          <a:avLst/>
          <a:gdLst/>
          <a:ahLst/>
          <a:cxnLst/>
          <a:rect l="0" t="0" r="0" b="0"/>
          <a:pathLst>
            <a:path>
              <a:moveTo>
                <a:pt x="45720" y="0"/>
              </a:moveTo>
              <a:lnTo>
                <a:pt x="45720" y="836622"/>
              </a:lnTo>
              <a:lnTo>
                <a:pt x="129382" y="836622"/>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6BD034-4273-D34D-8FA5-66456CAA814E}">
      <dsp:nvSpPr>
        <dsp:cNvPr id="0" name=""/>
        <dsp:cNvSpPr/>
      </dsp:nvSpPr>
      <dsp:spPr>
        <a:xfrm>
          <a:off x="7667992" y="2100431"/>
          <a:ext cx="833055" cy="418311"/>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4686264"/>
              <a:satOff val="-13449"/>
              <a:lumOff val="-2153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just" defTabSz="222250">
            <a:lnSpc>
              <a:spcPct val="90000"/>
            </a:lnSpc>
            <a:spcBef>
              <a:spcPct val="0"/>
            </a:spcBef>
            <a:spcAft>
              <a:spcPct val="35000"/>
            </a:spcAft>
            <a:buNone/>
          </a:pPr>
          <a:r>
            <a:rPr lang="en-AE" sz="500" kern="1200"/>
            <a:t>Perform user acceptance testing (UAT) to validate that business requirements are met. </a:t>
          </a:r>
          <a:endParaRPr lang="en-US" sz="500" kern="1200"/>
        </a:p>
      </dsp:txBody>
      <dsp:txXfrm>
        <a:off x="7680244" y="2112683"/>
        <a:ext cx="808551" cy="393807"/>
      </dsp:txXfrm>
    </dsp:sp>
    <dsp:sp modelId="{A46EDAB4-B8AF-D842-9EAC-E1251D50A7E9}">
      <dsp:nvSpPr>
        <dsp:cNvPr id="0" name=""/>
        <dsp:cNvSpPr/>
      </dsp:nvSpPr>
      <dsp:spPr>
        <a:xfrm>
          <a:off x="8555816" y="1054653"/>
          <a:ext cx="836622" cy="418311"/>
        </a:xfrm>
        <a:prstGeom prst="roundRect">
          <a:avLst>
            <a:gd name="adj" fmla="val 10000"/>
          </a:avLst>
        </a:prstGeom>
        <a:solidFill>
          <a:schemeClr val="accent2">
            <a:hueOff val="5011699"/>
            <a:satOff val="-14383"/>
            <a:lumOff val="-2302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AE" sz="800" b="1" kern="1200"/>
            <a:t>Training and Change Management</a:t>
          </a:r>
          <a:r>
            <a:rPr lang="en-AE" sz="800" kern="1200"/>
            <a:t>: </a:t>
          </a:r>
          <a:endParaRPr lang="en-US" sz="800" kern="1200"/>
        </a:p>
      </dsp:txBody>
      <dsp:txXfrm>
        <a:off x="8568068" y="1066905"/>
        <a:ext cx="812118" cy="393807"/>
      </dsp:txXfrm>
    </dsp:sp>
    <dsp:sp modelId="{8EF528A2-2566-A843-9F03-936E6F05EC87}">
      <dsp:nvSpPr>
        <dsp:cNvPr id="0" name=""/>
        <dsp:cNvSpPr/>
      </dsp:nvSpPr>
      <dsp:spPr>
        <a:xfrm>
          <a:off x="8593758" y="1472964"/>
          <a:ext cx="91440" cy="313733"/>
        </a:xfrm>
        <a:custGeom>
          <a:avLst/>
          <a:gdLst/>
          <a:ahLst/>
          <a:cxnLst/>
          <a:rect l="0" t="0" r="0" b="0"/>
          <a:pathLst>
            <a:path>
              <a:moveTo>
                <a:pt x="45720" y="0"/>
              </a:moveTo>
              <a:lnTo>
                <a:pt x="45720" y="313733"/>
              </a:lnTo>
              <a:lnTo>
                <a:pt x="129382" y="313733"/>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764A5A1-0860-F34F-ABF3-8F942AD3DD41}">
      <dsp:nvSpPr>
        <dsp:cNvPr id="0" name=""/>
        <dsp:cNvSpPr/>
      </dsp:nvSpPr>
      <dsp:spPr>
        <a:xfrm>
          <a:off x="8723141" y="1577542"/>
          <a:ext cx="669298" cy="418311"/>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4979155"/>
              <a:satOff val="-14290"/>
              <a:lumOff val="-2288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AE" sz="500" kern="1200"/>
            <a:t>Provide training to IT staff and end-users on using cloud services and managing cloud resources effectively. </a:t>
          </a:r>
          <a:endParaRPr lang="en-US" sz="500" kern="1200"/>
        </a:p>
      </dsp:txBody>
      <dsp:txXfrm>
        <a:off x="8735393" y="1589794"/>
        <a:ext cx="644794" cy="393807"/>
      </dsp:txXfrm>
    </dsp:sp>
    <dsp:sp modelId="{8C503BF7-3B49-DE41-84C3-28B7AE9ADD1A}">
      <dsp:nvSpPr>
        <dsp:cNvPr id="0" name=""/>
        <dsp:cNvSpPr/>
      </dsp:nvSpPr>
      <dsp:spPr>
        <a:xfrm>
          <a:off x="8593758" y="1472964"/>
          <a:ext cx="91440" cy="836622"/>
        </a:xfrm>
        <a:custGeom>
          <a:avLst/>
          <a:gdLst/>
          <a:ahLst/>
          <a:cxnLst/>
          <a:rect l="0" t="0" r="0" b="0"/>
          <a:pathLst>
            <a:path>
              <a:moveTo>
                <a:pt x="45720" y="0"/>
              </a:moveTo>
              <a:lnTo>
                <a:pt x="45720" y="836622"/>
              </a:lnTo>
              <a:lnTo>
                <a:pt x="129382" y="836622"/>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7191024-8BC2-364E-8192-55C1FEDD69F0}">
      <dsp:nvSpPr>
        <dsp:cNvPr id="0" name=""/>
        <dsp:cNvSpPr/>
      </dsp:nvSpPr>
      <dsp:spPr>
        <a:xfrm>
          <a:off x="8723141" y="2100431"/>
          <a:ext cx="669298" cy="418311"/>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5272046"/>
              <a:satOff val="-15131"/>
              <a:lumOff val="-2422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AE" sz="500" kern="1200"/>
            <a:t>Implement change management processes to ensure smooth transition and adoption of cloud technologies. </a:t>
          </a:r>
          <a:endParaRPr lang="en-US" sz="500" kern="1200"/>
        </a:p>
      </dsp:txBody>
      <dsp:txXfrm>
        <a:off x="8735393" y="2112683"/>
        <a:ext cx="644794" cy="393807"/>
      </dsp:txXfrm>
    </dsp:sp>
    <dsp:sp modelId="{F8F28DA6-2AAC-E241-B792-573A6571AED3}">
      <dsp:nvSpPr>
        <dsp:cNvPr id="0" name=""/>
        <dsp:cNvSpPr/>
      </dsp:nvSpPr>
      <dsp:spPr>
        <a:xfrm>
          <a:off x="9601594" y="1054653"/>
          <a:ext cx="836622" cy="418311"/>
        </a:xfrm>
        <a:prstGeom prst="roundRect">
          <a:avLst>
            <a:gd name="adj" fmla="val 10000"/>
          </a:avLst>
        </a:prstGeom>
        <a:solidFill>
          <a:schemeClr val="accent2">
            <a:hueOff val="5727655"/>
            <a:satOff val="-16438"/>
            <a:lumOff val="-2631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AE" sz="800" b="1" kern="1200"/>
            <a:t>Monitoring and Optimization</a:t>
          </a:r>
          <a:r>
            <a:rPr lang="en-AE" sz="800" kern="1200"/>
            <a:t>: </a:t>
          </a:r>
          <a:endParaRPr lang="en-US" sz="800" kern="1200"/>
        </a:p>
      </dsp:txBody>
      <dsp:txXfrm>
        <a:off x="9613846" y="1066905"/>
        <a:ext cx="812118" cy="393807"/>
      </dsp:txXfrm>
    </dsp:sp>
    <dsp:sp modelId="{24822608-4437-E74D-875B-63A5F02E4DB3}">
      <dsp:nvSpPr>
        <dsp:cNvPr id="0" name=""/>
        <dsp:cNvSpPr/>
      </dsp:nvSpPr>
      <dsp:spPr>
        <a:xfrm>
          <a:off x="9639537" y="1472964"/>
          <a:ext cx="91440" cy="313733"/>
        </a:xfrm>
        <a:custGeom>
          <a:avLst/>
          <a:gdLst/>
          <a:ahLst/>
          <a:cxnLst/>
          <a:rect l="0" t="0" r="0" b="0"/>
          <a:pathLst>
            <a:path>
              <a:moveTo>
                <a:pt x="45720" y="0"/>
              </a:moveTo>
              <a:lnTo>
                <a:pt x="45720" y="313733"/>
              </a:lnTo>
              <a:lnTo>
                <a:pt x="129382" y="313733"/>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2B10C4C-2C02-034D-B3C4-332DF45411F2}">
      <dsp:nvSpPr>
        <dsp:cNvPr id="0" name=""/>
        <dsp:cNvSpPr/>
      </dsp:nvSpPr>
      <dsp:spPr>
        <a:xfrm>
          <a:off x="9768919" y="1577542"/>
          <a:ext cx="903853" cy="418311"/>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5564938"/>
              <a:satOff val="-15971"/>
              <a:lumOff val="-2557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just" defTabSz="222250">
            <a:lnSpc>
              <a:spcPct val="90000"/>
            </a:lnSpc>
            <a:spcBef>
              <a:spcPct val="0"/>
            </a:spcBef>
            <a:spcAft>
              <a:spcPct val="35000"/>
            </a:spcAft>
            <a:buNone/>
          </a:pPr>
          <a:r>
            <a:rPr lang="en-AE" sz="500" kern="1200"/>
            <a:t>Set up monitoring and alerting systems to track the performance, availability, and cost of cloud resources. </a:t>
          </a:r>
          <a:endParaRPr lang="en-US" sz="500" kern="1200"/>
        </a:p>
      </dsp:txBody>
      <dsp:txXfrm>
        <a:off x="9781171" y="1589794"/>
        <a:ext cx="879349" cy="393807"/>
      </dsp:txXfrm>
    </dsp:sp>
    <dsp:sp modelId="{3E079105-A928-6644-BCDF-4633664A6BF6}">
      <dsp:nvSpPr>
        <dsp:cNvPr id="0" name=""/>
        <dsp:cNvSpPr/>
      </dsp:nvSpPr>
      <dsp:spPr>
        <a:xfrm>
          <a:off x="9639537" y="1472964"/>
          <a:ext cx="91440" cy="836622"/>
        </a:xfrm>
        <a:custGeom>
          <a:avLst/>
          <a:gdLst/>
          <a:ahLst/>
          <a:cxnLst/>
          <a:rect l="0" t="0" r="0" b="0"/>
          <a:pathLst>
            <a:path>
              <a:moveTo>
                <a:pt x="45720" y="0"/>
              </a:moveTo>
              <a:lnTo>
                <a:pt x="45720" y="836622"/>
              </a:lnTo>
              <a:lnTo>
                <a:pt x="129382" y="836622"/>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53EB733-5C69-964D-B6CE-7A6680EC8F4E}">
      <dsp:nvSpPr>
        <dsp:cNvPr id="0" name=""/>
        <dsp:cNvSpPr/>
      </dsp:nvSpPr>
      <dsp:spPr>
        <a:xfrm>
          <a:off x="9768919" y="2100431"/>
          <a:ext cx="943944" cy="418311"/>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5857830"/>
              <a:satOff val="-16812"/>
              <a:lumOff val="-2691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AE" sz="500" kern="1200"/>
            <a:t>Continuously optimize cloud usage and costs by right-sizing resources, leveraging reserved instances, and implementing cost management best practices. </a:t>
          </a:r>
          <a:endParaRPr lang="en-US" sz="500" kern="1200"/>
        </a:p>
      </dsp:txBody>
      <dsp:txXfrm>
        <a:off x="9781171" y="2112683"/>
        <a:ext cx="919440" cy="393807"/>
      </dsp:txXfrm>
    </dsp:sp>
    <dsp:sp modelId="{0EFFDEDE-4161-DD44-A1CE-0961E045CE28}">
      <dsp:nvSpPr>
        <dsp:cNvPr id="0" name=""/>
        <dsp:cNvSpPr/>
      </dsp:nvSpPr>
      <dsp:spPr>
        <a:xfrm>
          <a:off x="10754695" y="1054653"/>
          <a:ext cx="836622" cy="418311"/>
        </a:xfrm>
        <a:prstGeom prst="roundRect">
          <a:avLst>
            <a:gd name="adj" fmla="val 10000"/>
          </a:avLst>
        </a:prstGeom>
        <a:solidFill>
          <a:schemeClr val="accent2">
            <a:hueOff val="6443612"/>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AE" sz="800" b="1" kern="1200" dirty="0"/>
            <a:t>Post-Migration Support</a:t>
          </a:r>
          <a:r>
            <a:rPr lang="en-AE" sz="800" kern="1200" dirty="0"/>
            <a:t>: </a:t>
          </a:r>
          <a:endParaRPr lang="en-US" sz="800" kern="1200" dirty="0"/>
        </a:p>
      </dsp:txBody>
      <dsp:txXfrm>
        <a:off x="10766947" y="1066905"/>
        <a:ext cx="812118" cy="393807"/>
      </dsp:txXfrm>
    </dsp:sp>
    <dsp:sp modelId="{B7E43B84-BBC2-4D47-B8BF-1C5F324BD61B}">
      <dsp:nvSpPr>
        <dsp:cNvPr id="0" name=""/>
        <dsp:cNvSpPr/>
      </dsp:nvSpPr>
      <dsp:spPr>
        <a:xfrm>
          <a:off x="10792637" y="1472964"/>
          <a:ext cx="91440" cy="313733"/>
        </a:xfrm>
        <a:custGeom>
          <a:avLst/>
          <a:gdLst/>
          <a:ahLst/>
          <a:cxnLst/>
          <a:rect l="0" t="0" r="0" b="0"/>
          <a:pathLst>
            <a:path>
              <a:moveTo>
                <a:pt x="45720" y="0"/>
              </a:moveTo>
              <a:lnTo>
                <a:pt x="45720" y="313733"/>
              </a:lnTo>
              <a:lnTo>
                <a:pt x="129382" y="313733"/>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EE05461-F0F0-EE43-9635-8726C0BD6F35}">
      <dsp:nvSpPr>
        <dsp:cNvPr id="0" name=""/>
        <dsp:cNvSpPr/>
      </dsp:nvSpPr>
      <dsp:spPr>
        <a:xfrm>
          <a:off x="10922019" y="1577542"/>
          <a:ext cx="933409" cy="418311"/>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6150721"/>
              <a:satOff val="-17652"/>
              <a:lumOff val="-2826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just" defTabSz="222250">
            <a:lnSpc>
              <a:spcPct val="90000"/>
            </a:lnSpc>
            <a:spcBef>
              <a:spcPct val="0"/>
            </a:spcBef>
            <a:spcAft>
              <a:spcPct val="35000"/>
            </a:spcAft>
            <a:buNone/>
          </a:pPr>
          <a:r>
            <a:rPr lang="en-AE" sz="500" kern="1200"/>
            <a:t>Provide ongoing support and maintenance for migrated applications and infrastructure in the cloud environment. </a:t>
          </a:r>
          <a:endParaRPr lang="en-US" sz="500" kern="1200"/>
        </a:p>
      </dsp:txBody>
      <dsp:txXfrm>
        <a:off x="10934271" y="1589794"/>
        <a:ext cx="908905" cy="393807"/>
      </dsp:txXfrm>
    </dsp:sp>
    <dsp:sp modelId="{9B57E2B6-43E4-FF43-88E3-96EFBEFE898E}">
      <dsp:nvSpPr>
        <dsp:cNvPr id="0" name=""/>
        <dsp:cNvSpPr/>
      </dsp:nvSpPr>
      <dsp:spPr>
        <a:xfrm>
          <a:off x="10792637" y="1472964"/>
          <a:ext cx="91440" cy="836622"/>
        </a:xfrm>
        <a:custGeom>
          <a:avLst/>
          <a:gdLst/>
          <a:ahLst/>
          <a:cxnLst/>
          <a:rect l="0" t="0" r="0" b="0"/>
          <a:pathLst>
            <a:path>
              <a:moveTo>
                <a:pt x="45720" y="0"/>
              </a:moveTo>
              <a:lnTo>
                <a:pt x="45720" y="836622"/>
              </a:lnTo>
              <a:lnTo>
                <a:pt x="129382" y="836622"/>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24BADFC-70CA-DC44-A456-A1416C7AB9C8}">
      <dsp:nvSpPr>
        <dsp:cNvPr id="0" name=""/>
        <dsp:cNvSpPr/>
      </dsp:nvSpPr>
      <dsp:spPr>
        <a:xfrm>
          <a:off x="10922019" y="2100431"/>
          <a:ext cx="852311" cy="418311"/>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6443612"/>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just" defTabSz="222250">
            <a:lnSpc>
              <a:spcPct val="90000"/>
            </a:lnSpc>
            <a:spcBef>
              <a:spcPct val="0"/>
            </a:spcBef>
            <a:spcAft>
              <a:spcPct val="35000"/>
            </a:spcAft>
            <a:buNone/>
          </a:pPr>
          <a:r>
            <a:rPr lang="en-AE" sz="500" kern="1200" dirty="0"/>
            <a:t>Establish procedures for incident management, troubleshooting, and performance optimization. </a:t>
          </a:r>
          <a:endParaRPr lang="en-US" sz="500" kern="1200" dirty="0"/>
        </a:p>
      </dsp:txBody>
      <dsp:txXfrm>
        <a:off x="10934271" y="2112683"/>
        <a:ext cx="827807" cy="393807"/>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6/7/layout/VerticalHollowActionList">
  <dgm:title val="Vertical Hollow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solidFgAcc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1E8A1-6DA8-4496-BCE8-03ED561CC4E5}"/>
              </a:ext>
            </a:extLst>
          </p:cNvPr>
          <p:cNvSpPr>
            <a:spLocks noGrp="1"/>
          </p:cNvSpPr>
          <p:nvPr>
            <p:ph type="ctrTitle"/>
          </p:nvPr>
        </p:nvSpPr>
        <p:spPr>
          <a:xfrm>
            <a:off x="838200" y="365760"/>
            <a:ext cx="10515600" cy="2890202"/>
          </a:xfrm>
        </p:spPr>
        <p:txBody>
          <a:bodyPr anchor="b">
            <a:normAutofit/>
          </a:bodyPr>
          <a:lstStyle>
            <a:lvl1pPr algn="l">
              <a:defRPr sz="6600"/>
            </a:lvl1pPr>
          </a:lstStyle>
          <a:p>
            <a:r>
              <a:rPr lang="en-US" dirty="0"/>
              <a:t>Click to edit Master title style</a:t>
            </a:r>
          </a:p>
        </p:txBody>
      </p:sp>
      <p:sp>
        <p:nvSpPr>
          <p:cNvPr id="3" name="Subtitle 2">
            <a:extLst>
              <a:ext uri="{FF2B5EF4-FFF2-40B4-BE49-F238E27FC236}">
                <a16:creationId xmlns:a16="http://schemas.microsoft.com/office/drawing/2014/main" id="{3EB24CCC-3D44-4BB5-AA35-A21607EF69A4}"/>
              </a:ext>
            </a:extLst>
          </p:cNvPr>
          <p:cNvSpPr>
            <a:spLocks noGrp="1"/>
          </p:cNvSpPr>
          <p:nvPr>
            <p:ph type="subTitle" idx="1"/>
          </p:nvPr>
        </p:nvSpPr>
        <p:spPr>
          <a:xfrm>
            <a:off x="838200" y="3506150"/>
            <a:ext cx="10515600" cy="2483488"/>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301F80F6-1855-44E9-BA95-5E00A06E786D}"/>
              </a:ext>
            </a:extLst>
          </p:cNvPr>
          <p:cNvSpPr>
            <a:spLocks noGrp="1"/>
          </p:cNvSpPr>
          <p:nvPr>
            <p:ph type="dt" sz="half" idx="10"/>
          </p:nvPr>
        </p:nvSpPr>
        <p:spPr/>
        <p:txBody>
          <a:bodyPr/>
          <a:lstStyle/>
          <a:p>
            <a:fld id="{FD2766A6-3C10-4AB8-86A1-BB1F0CDA7EFE}" type="datetimeFigureOut">
              <a:rPr lang="en-US" smtClean="0"/>
              <a:t>6/24/24</a:t>
            </a:fld>
            <a:endParaRPr lang="en-US"/>
          </a:p>
        </p:txBody>
      </p:sp>
      <p:sp>
        <p:nvSpPr>
          <p:cNvPr id="5" name="Footer Placeholder 4">
            <a:extLst>
              <a:ext uri="{FF2B5EF4-FFF2-40B4-BE49-F238E27FC236}">
                <a16:creationId xmlns:a16="http://schemas.microsoft.com/office/drawing/2014/main" id="{873D7FFD-570A-4968-B943-AF87BB679D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CCE6A8-0665-4714-B241-6AFBA8C6F807}"/>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28779905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2A8A8-ECDA-4018-ABB4-CC22892BE8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90AE7C-51AF-4F0E-B5A3-8C7E1026C27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5F28C09-A717-49AB-B60E-433BC469258F}"/>
              </a:ext>
            </a:extLst>
          </p:cNvPr>
          <p:cNvSpPr>
            <a:spLocks noGrp="1"/>
          </p:cNvSpPr>
          <p:nvPr>
            <p:ph type="dt" sz="half" idx="10"/>
          </p:nvPr>
        </p:nvSpPr>
        <p:spPr/>
        <p:txBody>
          <a:bodyPr/>
          <a:lstStyle/>
          <a:p>
            <a:fld id="{FD2766A6-3C10-4AB8-86A1-BB1F0CDA7EFE}" type="datetimeFigureOut">
              <a:rPr lang="en-US" smtClean="0"/>
              <a:t>6/24/24</a:t>
            </a:fld>
            <a:endParaRPr lang="en-US"/>
          </a:p>
        </p:txBody>
      </p:sp>
      <p:sp>
        <p:nvSpPr>
          <p:cNvPr id="5" name="Footer Placeholder 4">
            <a:extLst>
              <a:ext uri="{FF2B5EF4-FFF2-40B4-BE49-F238E27FC236}">
                <a16:creationId xmlns:a16="http://schemas.microsoft.com/office/drawing/2014/main" id="{1D11A47A-6E5A-4754-8B43-9CE556160B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ACA1EB-7AC7-4F86-90C0-AA980D887225}"/>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567329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95957-C46F-4F17-BC8C-6507E676E916}"/>
              </a:ext>
            </a:extLst>
          </p:cNvPr>
          <p:cNvSpPr>
            <a:spLocks noGrp="1"/>
          </p:cNvSpPr>
          <p:nvPr>
            <p:ph type="title"/>
          </p:nvPr>
        </p:nvSpPr>
        <p:spPr>
          <a:xfrm>
            <a:off x="831850" y="365760"/>
            <a:ext cx="10515600" cy="3827868"/>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98D9661B-6633-4C8B-8B9C-E514DF851D3E}"/>
              </a:ext>
            </a:extLst>
          </p:cNvPr>
          <p:cNvSpPr>
            <a:spLocks noGrp="1"/>
          </p:cNvSpPr>
          <p:nvPr>
            <p:ph type="body" idx="1"/>
          </p:nvPr>
        </p:nvSpPr>
        <p:spPr>
          <a:xfrm>
            <a:off x="831850" y="4443817"/>
            <a:ext cx="10515600" cy="1645834"/>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B6274BF-C1CD-4709-B0A0-E9407DBEA73C}"/>
              </a:ext>
            </a:extLst>
          </p:cNvPr>
          <p:cNvSpPr>
            <a:spLocks noGrp="1"/>
          </p:cNvSpPr>
          <p:nvPr>
            <p:ph type="dt" sz="half" idx="10"/>
          </p:nvPr>
        </p:nvSpPr>
        <p:spPr/>
        <p:txBody>
          <a:bodyPr/>
          <a:lstStyle/>
          <a:p>
            <a:fld id="{FD2766A6-3C10-4AB8-86A1-BB1F0CDA7EFE}" type="datetimeFigureOut">
              <a:rPr lang="en-US" smtClean="0"/>
              <a:t>6/24/24</a:t>
            </a:fld>
            <a:endParaRPr lang="en-US"/>
          </a:p>
        </p:txBody>
      </p:sp>
      <p:sp>
        <p:nvSpPr>
          <p:cNvPr id="5" name="Footer Placeholder 4">
            <a:extLst>
              <a:ext uri="{FF2B5EF4-FFF2-40B4-BE49-F238E27FC236}">
                <a16:creationId xmlns:a16="http://schemas.microsoft.com/office/drawing/2014/main" id="{CC9ADB94-0A5B-4B56-B0B1-1FF5580A47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CA668A-35AE-4CDF-AC4C-2BEEA9EE80F8}"/>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1357360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7F1FD-0E96-4963-9F09-92861572BB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79E5F0-B650-4AFF-B90E-23B378684D66}"/>
              </a:ext>
            </a:extLst>
          </p:cNvPr>
          <p:cNvSpPr>
            <a:spLocks noGrp="1"/>
          </p:cNvSpPr>
          <p:nvPr>
            <p:ph sz="half" idx="1"/>
          </p:nvPr>
        </p:nvSpPr>
        <p:spPr>
          <a:xfrm>
            <a:off x="838200" y="1940876"/>
            <a:ext cx="5181600" cy="423608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2D1747B-302D-476E-8F4F-E4B114C6624E}"/>
              </a:ext>
            </a:extLst>
          </p:cNvPr>
          <p:cNvSpPr>
            <a:spLocks noGrp="1"/>
          </p:cNvSpPr>
          <p:nvPr>
            <p:ph sz="half" idx="2"/>
          </p:nvPr>
        </p:nvSpPr>
        <p:spPr>
          <a:xfrm>
            <a:off x="6172200" y="1940876"/>
            <a:ext cx="5181600" cy="42360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40577D-22F7-4958-BB3D-6C9265EA1964}"/>
              </a:ext>
            </a:extLst>
          </p:cNvPr>
          <p:cNvSpPr>
            <a:spLocks noGrp="1"/>
          </p:cNvSpPr>
          <p:nvPr>
            <p:ph type="dt" sz="half" idx="10"/>
          </p:nvPr>
        </p:nvSpPr>
        <p:spPr/>
        <p:txBody>
          <a:bodyPr/>
          <a:lstStyle/>
          <a:p>
            <a:fld id="{FD2766A6-3C10-4AB8-86A1-BB1F0CDA7EFE}" type="datetimeFigureOut">
              <a:rPr lang="en-US" smtClean="0"/>
              <a:t>6/24/24</a:t>
            </a:fld>
            <a:endParaRPr lang="en-US"/>
          </a:p>
        </p:txBody>
      </p:sp>
      <p:sp>
        <p:nvSpPr>
          <p:cNvPr id="6" name="Footer Placeholder 5">
            <a:extLst>
              <a:ext uri="{FF2B5EF4-FFF2-40B4-BE49-F238E27FC236}">
                <a16:creationId xmlns:a16="http://schemas.microsoft.com/office/drawing/2014/main" id="{71EC5B46-A8FB-4683-9618-3F6E073839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7887BD-93E9-4181-9D7F-940C3E1730FF}"/>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194528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63D79-FA27-4567-9032-AF722733E10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77C1BF-703F-4992-BB0C-EB1E579C7410}"/>
              </a:ext>
            </a:extLst>
          </p:cNvPr>
          <p:cNvSpPr>
            <a:spLocks noGrp="1"/>
          </p:cNvSpPr>
          <p:nvPr>
            <p:ph type="body" idx="1"/>
          </p:nvPr>
        </p:nvSpPr>
        <p:spPr>
          <a:xfrm>
            <a:off x="839788" y="1951823"/>
            <a:ext cx="5157787" cy="823912"/>
          </a:xfrm>
        </p:spPr>
        <p:txBody>
          <a:bodyPr anchor="b"/>
          <a:lstStyle>
            <a:lvl1pPr marL="0" indent="0">
              <a:buNone/>
              <a:defRPr lang="en-US" sz="2400" b="0" i="1" kern="120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2B2FCE1-6DC0-43B5-8016-89FD4AF5ABD2}"/>
              </a:ext>
            </a:extLst>
          </p:cNvPr>
          <p:cNvSpPr>
            <a:spLocks noGrp="1"/>
          </p:cNvSpPr>
          <p:nvPr>
            <p:ph sz="half" idx="2"/>
          </p:nvPr>
        </p:nvSpPr>
        <p:spPr>
          <a:xfrm>
            <a:off x="839788" y="2954741"/>
            <a:ext cx="5157787" cy="32349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62FED7A-67D0-43CC-889A-25F8849647F1}"/>
              </a:ext>
            </a:extLst>
          </p:cNvPr>
          <p:cNvSpPr>
            <a:spLocks noGrp="1"/>
          </p:cNvSpPr>
          <p:nvPr>
            <p:ph type="body" sz="quarter" idx="3"/>
          </p:nvPr>
        </p:nvSpPr>
        <p:spPr>
          <a:xfrm>
            <a:off x="6172200" y="1951823"/>
            <a:ext cx="5183188" cy="823912"/>
          </a:xfrm>
        </p:spPr>
        <p:txBody>
          <a:bodyPr anchor="b"/>
          <a:lstStyle>
            <a:lvl1pPr marL="0" indent="0">
              <a:buNone/>
              <a:defRPr lang="en-US" sz="2400" b="0" i="1" kern="120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731C176-48F2-44EC-B3A2-A144403D57FB}"/>
              </a:ext>
            </a:extLst>
          </p:cNvPr>
          <p:cNvSpPr>
            <a:spLocks noGrp="1"/>
          </p:cNvSpPr>
          <p:nvPr>
            <p:ph sz="quarter" idx="4"/>
          </p:nvPr>
        </p:nvSpPr>
        <p:spPr>
          <a:xfrm>
            <a:off x="6172200" y="2954741"/>
            <a:ext cx="5183188" cy="3234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9187B8-AC48-4FE7-8658-8A31E37311F6}"/>
              </a:ext>
            </a:extLst>
          </p:cNvPr>
          <p:cNvSpPr>
            <a:spLocks noGrp="1"/>
          </p:cNvSpPr>
          <p:nvPr>
            <p:ph type="dt" sz="half" idx="10"/>
          </p:nvPr>
        </p:nvSpPr>
        <p:spPr/>
        <p:txBody>
          <a:bodyPr/>
          <a:lstStyle/>
          <a:p>
            <a:fld id="{FD2766A6-3C10-4AB8-86A1-BB1F0CDA7EFE}" type="datetimeFigureOut">
              <a:rPr lang="en-US" smtClean="0"/>
              <a:t>6/24/24</a:t>
            </a:fld>
            <a:endParaRPr lang="en-US"/>
          </a:p>
        </p:txBody>
      </p:sp>
      <p:sp>
        <p:nvSpPr>
          <p:cNvPr id="8" name="Footer Placeholder 7">
            <a:extLst>
              <a:ext uri="{FF2B5EF4-FFF2-40B4-BE49-F238E27FC236}">
                <a16:creationId xmlns:a16="http://schemas.microsoft.com/office/drawing/2014/main" id="{7CCAB465-E22E-45DC-89C9-406121BCED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F9D1CF-F964-4405-8677-5F9E2A028785}"/>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2256581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A3453-DD0F-41C0-8F4A-5DC343F5EB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04E6313-506F-4456-B3D9-D9655538F9FB}"/>
              </a:ext>
            </a:extLst>
          </p:cNvPr>
          <p:cNvSpPr>
            <a:spLocks noGrp="1"/>
          </p:cNvSpPr>
          <p:nvPr>
            <p:ph type="dt" sz="half" idx="10"/>
          </p:nvPr>
        </p:nvSpPr>
        <p:spPr/>
        <p:txBody>
          <a:bodyPr/>
          <a:lstStyle/>
          <a:p>
            <a:fld id="{FD2766A6-3C10-4AB8-86A1-BB1F0CDA7EFE}" type="datetimeFigureOut">
              <a:rPr lang="en-US" smtClean="0"/>
              <a:t>6/24/24</a:t>
            </a:fld>
            <a:endParaRPr lang="en-US"/>
          </a:p>
        </p:txBody>
      </p:sp>
      <p:sp>
        <p:nvSpPr>
          <p:cNvPr id="4" name="Footer Placeholder 3">
            <a:extLst>
              <a:ext uri="{FF2B5EF4-FFF2-40B4-BE49-F238E27FC236}">
                <a16:creationId xmlns:a16="http://schemas.microsoft.com/office/drawing/2014/main" id="{E8F26068-7707-41EC-93EF-A24CAF8FFD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9C8A3C-8C01-4039-B47B-57D8497587A5}"/>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2810237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892633-8C77-419D-B24D-2B3D44DBA556}"/>
              </a:ext>
            </a:extLst>
          </p:cNvPr>
          <p:cNvSpPr>
            <a:spLocks noGrp="1"/>
          </p:cNvSpPr>
          <p:nvPr>
            <p:ph type="dt" sz="half" idx="10"/>
          </p:nvPr>
        </p:nvSpPr>
        <p:spPr/>
        <p:txBody>
          <a:bodyPr/>
          <a:lstStyle/>
          <a:p>
            <a:fld id="{FD2766A6-3C10-4AB8-86A1-BB1F0CDA7EFE}" type="datetimeFigureOut">
              <a:rPr lang="en-US" smtClean="0"/>
              <a:t>6/24/24</a:t>
            </a:fld>
            <a:endParaRPr lang="en-US"/>
          </a:p>
        </p:txBody>
      </p:sp>
      <p:sp>
        <p:nvSpPr>
          <p:cNvPr id="3" name="Footer Placeholder 2">
            <a:extLst>
              <a:ext uri="{FF2B5EF4-FFF2-40B4-BE49-F238E27FC236}">
                <a16:creationId xmlns:a16="http://schemas.microsoft.com/office/drawing/2014/main" id="{FD149D59-0A88-4A14-A740-4CCD9B5264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A3DEF9-802F-444E-92D2-397862EEAB07}"/>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3711655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23C20-3881-4F15-94F7-9D7B9F9E357A}"/>
              </a:ext>
            </a:extLst>
          </p:cNvPr>
          <p:cNvSpPr>
            <a:spLocks noGrp="1"/>
          </p:cNvSpPr>
          <p:nvPr>
            <p:ph type="title"/>
          </p:nvPr>
        </p:nvSpPr>
        <p:spPr>
          <a:xfrm>
            <a:off x="839788" y="457200"/>
            <a:ext cx="4343400" cy="2971800"/>
          </a:xfrm>
        </p:spPr>
        <p:txBody>
          <a:bodyPr anchor="b">
            <a:noAutofit/>
          </a:bodyPr>
          <a:lstStyle>
            <a:lvl1pPr algn="l" defTabSz="914400" rtl="0" eaLnBrk="1" latinLnBrk="0" hangingPunct="1">
              <a:lnSpc>
                <a:spcPct val="100000"/>
              </a:lnSpc>
              <a:spcBef>
                <a:spcPct val="0"/>
              </a:spcBef>
              <a:buNone/>
              <a:defRPr lang="en-US" sz="5400" kern="1200" dirty="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defRPr>
            </a:lvl1pPr>
          </a:lstStyle>
          <a:p>
            <a:r>
              <a:rPr lang="en-US" dirty="0"/>
              <a:t>Click to edit Master title style</a:t>
            </a:r>
          </a:p>
        </p:txBody>
      </p:sp>
      <p:sp>
        <p:nvSpPr>
          <p:cNvPr id="3" name="Content Placeholder 2">
            <a:extLst>
              <a:ext uri="{FF2B5EF4-FFF2-40B4-BE49-F238E27FC236}">
                <a16:creationId xmlns:a16="http://schemas.microsoft.com/office/drawing/2014/main" id="{B268F40F-6C2A-48EC-8F16-DA179A1DA375}"/>
              </a:ext>
            </a:extLst>
          </p:cNvPr>
          <p:cNvSpPr>
            <a:spLocks noGrp="1"/>
          </p:cNvSpPr>
          <p:nvPr>
            <p:ph idx="1"/>
          </p:nvPr>
        </p:nvSpPr>
        <p:spPr>
          <a:xfrm>
            <a:off x="5554638" y="457201"/>
            <a:ext cx="5800749" cy="5403850"/>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6736B7E-D33D-48C7-97AC-5C0D9874FE53}"/>
              </a:ext>
            </a:extLst>
          </p:cNvPr>
          <p:cNvSpPr>
            <a:spLocks noGrp="1"/>
          </p:cNvSpPr>
          <p:nvPr>
            <p:ph type="body" sz="half" idx="2"/>
          </p:nvPr>
        </p:nvSpPr>
        <p:spPr>
          <a:xfrm>
            <a:off x="839788" y="3657600"/>
            <a:ext cx="4343400" cy="2211387"/>
          </a:xfrm>
        </p:spPr>
        <p:txBody>
          <a:bodyPr>
            <a:normAutofit/>
          </a:bodyPr>
          <a:lstStyle>
            <a:lvl1pPr marL="0" indent="0">
              <a:buNone/>
              <a:defRPr lang="en-US" sz="2400" i="1" kern="1200" dirty="0" smtClean="0">
                <a:solidFill>
                  <a:schemeClr val="tx2"/>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Font typeface="Arial" panose="020B0604020202020204" pitchFamily="34" charset="0"/>
              <a:buNone/>
            </a:pPr>
            <a:r>
              <a:rPr lang="en-US" dirty="0"/>
              <a:t>Click to edit Master text styles</a:t>
            </a:r>
          </a:p>
        </p:txBody>
      </p:sp>
      <p:sp>
        <p:nvSpPr>
          <p:cNvPr id="5" name="Date Placeholder 4">
            <a:extLst>
              <a:ext uri="{FF2B5EF4-FFF2-40B4-BE49-F238E27FC236}">
                <a16:creationId xmlns:a16="http://schemas.microsoft.com/office/drawing/2014/main" id="{E9149BC5-FF58-463A-B4FA-F0F912F1234F}"/>
              </a:ext>
            </a:extLst>
          </p:cNvPr>
          <p:cNvSpPr>
            <a:spLocks noGrp="1"/>
          </p:cNvSpPr>
          <p:nvPr>
            <p:ph type="dt" sz="half" idx="10"/>
          </p:nvPr>
        </p:nvSpPr>
        <p:spPr/>
        <p:txBody>
          <a:bodyPr/>
          <a:lstStyle/>
          <a:p>
            <a:fld id="{FD2766A6-3C10-4AB8-86A1-BB1F0CDA7EFE}" type="datetimeFigureOut">
              <a:rPr lang="en-US" smtClean="0"/>
              <a:t>6/24/24</a:t>
            </a:fld>
            <a:endParaRPr lang="en-US"/>
          </a:p>
        </p:txBody>
      </p:sp>
      <p:sp>
        <p:nvSpPr>
          <p:cNvPr id="6" name="Footer Placeholder 5">
            <a:extLst>
              <a:ext uri="{FF2B5EF4-FFF2-40B4-BE49-F238E27FC236}">
                <a16:creationId xmlns:a16="http://schemas.microsoft.com/office/drawing/2014/main" id="{947072D7-4A2A-407F-A084-6AE8DD0016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D4C41C-C368-475C-BDC1-DC5B29C78005}"/>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953932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F67B0-865B-44ED-9DFE-36C73B0C8B43}"/>
              </a:ext>
            </a:extLst>
          </p:cNvPr>
          <p:cNvSpPr>
            <a:spLocks noGrp="1"/>
          </p:cNvSpPr>
          <p:nvPr>
            <p:ph type="title"/>
          </p:nvPr>
        </p:nvSpPr>
        <p:spPr>
          <a:xfrm>
            <a:off x="839788" y="457200"/>
            <a:ext cx="4343400" cy="2971800"/>
          </a:xfrm>
        </p:spPr>
        <p:txBody>
          <a:bodyPr anchor="b">
            <a:noAutofit/>
          </a:bodyPr>
          <a:lstStyle>
            <a:lvl1pPr algn="l" defTabSz="914400" rtl="0" eaLnBrk="1" latinLnBrk="0" hangingPunct="1">
              <a:lnSpc>
                <a:spcPct val="100000"/>
              </a:lnSpc>
              <a:spcBef>
                <a:spcPct val="0"/>
              </a:spcBef>
              <a:buNone/>
              <a:defRPr lang="en-US" sz="5400" kern="1200" dirty="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defRPr>
            </a:lvl1pPr>
          </a:lstStyle>
          <a:p>
            <a:r>
              <a:rPr lang="en-US" dirty="0"/>
              <a:t>Click to edit Master title style</a:t>
            </a:r>
          </a:p>
        </p:txBody>
      </p:sp>
      <p:sp>
        <p:nvSpPr>
          <p:cNvPr id="3" name="Picture Placeholder 2">
            <a:extLst>
              <a:ext uri="{FF2B5EF4-FFF2-40B4-BE49-F238E27FC236}">
                <a16:creationId xmlns:a16="http://schemas.microsoft.com/office/drawing/2014/main" id="{B73C5CF7-138A-437C-9E0A-FF4179970319}"/>
              </a:ext>
            </a:extLst>
          </p:cNvPr>
          <p:cNvSpPr>
            <a:spLocks noGrp="1"/>
          </p:cNvSpPr>
          <p:nvPr>
            <p:ph type="pic" idx="1"/>
          </p:nvPr>
        </p:nvSpPr>
        <p:spPr>
          <a:xfrm>
            <a:off x="5561462" y="457201"/>
            <a:ext cx="5793925"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5117822-7770-4117-96A2-8D2FF0A01044}"/>
              </a:ext>
            </a:extLst>
          </p:cNvPr>
          <p:cNvSpPr>
            <a:spLocks noGrp="1"/>
          </p:cNvSpPr>
          <p:nvPr>
            <p:ph type="body" sz="half" idx="2"/>
          </p:nvPr>
        </p:nvSpPr>
        <p:spPr>
          <a:xfrm>
            <a:off x="839788" y="3664424"/>
            <a:ext cx="4343400" cy="2204564"/>
          </a:xfrm>
        </p:spPr>
        <p:txBody>
          <a:bodyPr>
            <a:normAutofit/>
          </a:bodyPr>
          <a:lstStyle>
            <a:lvl1pPr marL="0" indent="0">
              <a:buNone/>
              <a:defRPr lang="en-US" sz="2400" i="1" kern="1200" dirty="0" smtClean="0">
                <a:solidFill>
                  <a:schemeClr val="tx2"/>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Font typeface="Arial" panose="020B0604020202020204" pitchFamily="34" charset="0"/>
              <a:buNone/>
            </a:pPr>
            <a:r>
              <a:rPr lang="en-US" dirty="0"/>
              <a:t>Click to edit Master text styles</a:t>
            </a:r>
          </a:p>
        </p:txBody>
      </p:sp>
      <p:sp>
        <p:nvSpPr>
          <p:cNvPr id="5" name="Date Placeholder 4">
            <a:extLst>
              <a:ext uri="{FF2B5EF4-FFF2-40B4-BE49-F238E27FC236}">
                <a16:creationId xmlns:a16="http://schemas.microsoft.com/office/drawing/2014/main" id="{11295030-39C7-4814-A766-1A3E094EBA15}"/>
              </a:ext>
            </a:extLst>
          </p:cNvPr>
          <p:cNvSpPr>
            <a:spLocks noGrp="1"/>
          </p:cNvSpPr>
          <p:nvPr>
            <p:ph type="dt" sz="half" idx="10"/>
          </p:nvPr>
        </p:nvSpPr>
        <p:spPr/>
        <p:txBody>
          <a:bodyPr/>
          <a:lstStyle/>
          <a:p>
            <a:fld id="{FD2766A6-3C10-4AB8-86A1-BB1F0CDA7EFE}" type="datetimeFigureOut">
              <a:rPr lang="en-US" smtClean="0"/>
              <a:t>6/24/24</a:t>
            </a:fld>
            <a:endParaRPr lang="en-US"/>
          </a:p>
        </p:txBody>
      </p:sp>
      <p:sp>
        <p:nvSpPr>
          <p:cNvPr id="6" name="Footer Placeholder 5">
            <a:extLst>
              <a:ext uri="{FF2B5EF4-FFF2-40B4-BE49-F238E27FC236}">
                <a16:creationId xmlns:a16="http://schemas.microsoft.com/office/drawing/2014/main" id="{B91F02CD-DC87-47B6-96C4-F6470B1D8F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CFF531-02C2-4C1D-A692-7040378066C7}"/>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630532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926EC-DC54-4882-9D58-F201EA25C4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804E7C-4CBA-49AF-B24C-1A1FF51C21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D3C727-C0C7-4BBA-9CF5-6C1FAC76B10C}"/>
              </a:ext>
            </a:extLst>
          </p:cNvPr>
          <p:cNvSpPr>
            <a:spLocks noGrp="1"/>
          </p:cNvSpPr>
          <p:nvPr>
            <p:ph type="dt" sz="half" idx="10"/>
          </p:nvPr>
        </p:nvSpPr>
        <p:spPr/>
        <p:txBody>
          <a:bodyPr/>
          <a:lstStyle/>
          <a:p>
            <a:fld id="{FD2766A6-3C10-4AB8-86A1-BB1F0CDA7EFE}" type="datetimeFigureOut">
              <a:rPr lang="en-US" smtClean="0"/>
              <a:t>6/24/24</a:t>
            </a:fld>
            <a:endParaRPr lang="en-US"/>
          </a:p>
        </p:txBody>
      </p:sp>
      <p:sp>
        <p:nvSpPr>
          <p:cNvPr id="5" name="Footer Placeholder 4">
            <a:extLst>
              <a:ext uri="{FF2B5EF4-FFF2-40B4-BE49-F238E27FC236}">
                <a16:creationId xmlns:a16="http://schemas.microsoft.com/office/drawing/2014/main" id="{34603986-C5B4-4956-AC6F-4F36186B8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5F941-E847-4C51-97D6-21066B26EB26}"/>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1319563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0338D2-D9EE-4B67-97C1-08ABD574530B}"/>
              </a:ext>
            </a:extLst>
          </p:cNvPr>
          <p:cNvSpPr>
            <a:spLocks noGrp="1"/>
          </p:cNvSpPr>
          <p:nvPr>
            <p:ph type="title" orient="vert"/>
          </p:nvPr>
        </p:nvSpPr>
        <p:spPr>
          <a:xfrm>
            <a:off x="7353848" y="365125"/>
            <a:ext cx="3999952" cy="581183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274B1422-6C1E-4422-80E8-34B0092FBF05}"/>
              </a:ext>
            </a:extLst>
          </p:cNvPr>
          <p:cNvSpPr>
            <a:spLocks noGrp="1"/>
          </p:cNvSpPr>
          <p:nvPr>
            <p:ph type="body" orient="vert" idx="1"/>
          </p:nvPr>
        </p:nvSpPr>
        <p:spPr>
          <a:xfrm>
            <a:off x="838200" y="365125"/>
            <a:ext cx="626546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C8B53C-3084-4BC0-A80E-DB41C04C6258}"/>
              </a:ext>
            </a:extLst>
          </p:cNvPr>
          <p:cNvSpPr>
            <a:spLocks noGrp="1"/>
          </p:cNvSpPr>
          <p:nvPr>
            <p:ph type="dt" sz="half" idx="10"/>
          </p:nvPr>
        </p:nvSpPr>
        <p:spPr/>
        <p:txBody>
          <a:bodyPr/>
          <a:lstStyle/>
          <a:p>
            <a:fld id="{FD2766A6-3C10-4AB8-86A1-BB1F0CDA7EFE}" type="datetimeFigureOut">
              <a:rPr lang="en-US" smtClean="0"/>
              <a:t>6/24/24</a:t>
            </a:fld>
            <a:endParaRPr lang="en-US"/>
          </a:p>
        </p:txBody>
      </p:sp>
      <p:sp>
        <p:nvSpPr>
          <p:cNvPr id="5" name="Footer Placeholder 4">
            <a:extLst>
              <a:ext uri="{FF2B5EF4-FFF2-40B4-BE49-F238E27FC236}">
                <a16:creationId xmlns:a16="http://schemas.microsoft.com/office/drawing/2014/main" id="{8276BFDE-DC70-4A6E-90B8-337FC47254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C3578F-39AE-4F6F-9614-32EF672E616D}"/>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1080521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2D59A-DB09-DE78-A315-1FFD78F72F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E"/>
          </a:p>
        </p:txBody>
      </p:sp>
      <p:sp>
        <p:nvSpPr>
          <p:cNvPr id="3" name="Subtitle 2">
            <a:extLst>
              <a:ext uri="{FF2B5EF4-FFF2-40B4-BE49-F238E27FC236}">
                <a16:creationId xmlns:a16="http://schemas.microsoft.com/office/drawing/2014/main" id="{4E484E1B-00F3-0244-F487-B0BE14F76B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a:p>
        </p:txBody>
      </p:sp>
      <p:sp>
        <p:nvSpPr>
          <p:cNvPr id="4" name="Date Placeholder 3">
            <a:extLst>
              <a:ext uri="{FF2B5EF4-FFF2-40B4-BE49-F238E27FC236}">
                <a16:creationId xmlns:a16="http://schemas.microsoft.com/office/drawing/2014/main" id="{97E72B1B-63A0-7627-C90B-942B31E606E0}"/>
              </a:ext>
            </a:extLst>
          </p:cNvPr>
          <p:cNvSpPr>
            <a:spLocks noGrp="1"/>
          </p:cNvSpPr>
          <p:nvPr>
            <p:ph type="dt" sz="half" idx="10"/>
          </p:nvPr>
        </p:nvSpPr>
        <p:spPr/>
        <p:txBody>
          <a:bodyPr/>
          <a:lstStyle/>
          <a:p>
            <a:fld id="{203C7EC0-E034-EA44-850D-F08E1D4FFEB3}" type="datetimeFigureOut">
              <a:rPr lang="en-AE" smtClean="0"/>
              <a:t>24/06/2024</a:t>
            </a:fld>
            <a:endParaRPr lang="en-AE"/>
          </a:p>
        </p:txBody>
      </p:sp>
      <p:sp>
        <p:nvSpPr>
          <p:cNvPr id="5" name="Footer Placeholder 4">
            <a:extLst>
              <a:ext uri="{FF2B5EF4-FFF2-40B4-BE49-F238E27FC236}">
                <a16:creationId xmlns:a16="http://schemas.microsoft.com/office/drawing/2014/main" id="{28FAA9FC-20BA-666E-8ADD-9A13C3402052}"/>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0813D03B-F46C-3851-AD97-E5416FF51328}"/>
              </a:ext>
            </a:extLst>
          </p:cNvPr>
          <p:cNvSpPr>
            <a:spLocks noGrp="1"/>
          </p:cNvSpPr>
          <p:nvPr>
            <p:ph type="sldNum" sz="quarter" idx="12"/>
          </p:nvPr>
        </p:nvSpPr>
        <p:spPr/>
        <p:txBody>
          <a:bodyPr/>
          <a:lstStyle/>
          <a:p>
            <a:fld id="{26DEA811-3803-C142-8442-119D0070D132}" type="slidenum">
              <a:rPr lang="en-AE" smtClean="0"/>
              <a:t>‹#›</a:t>
            </a:fld>
            <a:endParaRPr lang="en-AE"/>
          </a:p>
        </p:txBody>
      </p:sp>
    </p:spTree>
    <p:extLst>
      <p:ext uri="{BB962C8B-B14F-4D97-AF65-F5344CB8AC3E}">
        <p14:creationId xmlns:p14="http://schemas.microsoft.com/office/powerpoint/2010/main" val="2607367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6E0DE-393D-953B-1C0D-A67E8EEFB21A}"/>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8601A4F6-D0D2-8DA8-4C47-7E107B75F6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02193E07-CAD7-F58B-92F2-F1676F031B7E}"/>
              </a:ext>
            </a:extLst>
          </p:cNvPr>
          <p:cNvSpPr>
            <a:spLocks noGrp="1"/>
          </p:cNvSpPr>
          <p:nvPr>
            <p:ph type="dt" sz="half" idx="10"/>
          </p:nvPr>
        </p:nvSpPr>
        <p:spPr/>
        <p:txBody>
          <a:bodyPr/>
          <a:lstStyle/>
          <a:p>
            <a:fld id="{203C7EC0-E034-EA44-850D-F08E1D4FFEB3}" type="datetimeFigureOut">
              <a:rPr lang="en-AE" smtClean="0"/>
              <a:t>24/06/2024</a:t>
            </a:fld>
            <a:endParaRPr lang="en-AE"/>
          </a:p>
        </p:txBody>
      </p:sp>
      <p:sp>
        <p:nvSpPr>
          <p:cNvPr id="5" name="Footer Placeholder 4">
            <a:extLst>
              <a:ext uri="{FF2B5EF4-FFF2-40B4-BE49-F238E27FC236}">
                <a16:creationId xmlns:a16="http://schemas.microsoft.com/office/drawing/2014/main" id="{A89A47A6-AF56-67FC-A9B0-6AA37DEE07CF}"/>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FE4CC5BD-6B83-6459-CB4F-6AE719A13A64}"/>
              </a:ext>
            </a:extLst>
          </p:cNvPr>
          <p:cNvSpPr>
            <a:spLocks noGrp="1"/>
          </p:cNvSpPr>
          <p:nvPr>
            <p:ph type="sldNum" sz="quarter" idx="12"/>
          </p:nvPr>
        </p:nvSpPr>
        <p:spPr/>
        <p:txBody>
          <a:bodyPr/>
          <a:lstStyle/>
          <a:p>
            <a:fld id="{26DEA811-3803-C142-8442-119D0070D132}" type="slidenum">
              <a:rPr lang="en-AE" smtClean="0"/>
              <a:t>‹#›</a:t>
            </a:fld>
            <a:endParaRPr lang="en-AE"/>
          </a:p>
        </p:txBody>
      </p:sp>
    </p:spTree>
    <p:extLst>
      <p:ext uri="{BB962C8B-B14F-4D97-AF65-F5344CB8AC3E}">
        <p14:creationId xmlns:p14="http://schemas.microsoft.com/office/powerpoint/2010/main" val="10202818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7BE3D-20D7-05EE-213B-43D2AC47D7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E"/>
          </a:p>
        </p:txBody>
      </p:sp>
      <p:sp>
        <p:nvSpPr>
          <p:cNvPr id="3" name="Text Placeholder 2">
            <a:extLst>
              <a:ext uri="{FF2B5EF4-FFF2-40B4-BE49-F238E27FC236}">
                <a16:creationId xmlns:a16="http://schemas.microsoft.com/office/drawing/2014/main" id="{BF50E9F2-DB65-01A9-5AE5-1264A51B7A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CA9AAE-1FE9-A297-CDB3-AC0147BB1CA0}"/>
              </a:ext>
            </a:extLst>
          </p:cNvPr>
          <p:cNvSpPr>
            <a:spLocks noGrp="1"/>
          </p:cNvSpPr>
          <p:nvPr>
            <p:ph type="dt" sz="half" idx="10"/>
          </p:nvPr>
        </p:nvSpPr>
        <p:spPr/>
        <p:txBody>
          <a:bodyPr/>
          <a:lstStyle/>
          <a:p>
            <a:fld id="{203C7EC0-E034-EA44-850D-F08E1D4FFEB3}" type="datetimeFigureOut">
              <a:rPr lang="en-AE" smtClean="0"/>
              <a:t>24/06/2024</a:t>
            </a:fld>
            <a:endParaRPr lang="en-AE"/>
          </a:p>
        </p:txBody>
      </p:sp>
      <p:sp>
        <p:nvSpPr>
          <p:cNvPr id="5" name="Footer Placeholder 4">
            <a:extLst>
              <a:ext uri="{FF2B5EF4-FFF2-40B4-BE49-F238E27FC236}">
                <a16:creationId xmlns:a16="http://schemas.microsoft.com/office/drawing/2014/main" id="{82ABB4F9-1B2F-EEC9-F1C5-9679DA485293}"/>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F1666855-1C76-2FA1-492B-ACDCF7291ECB}"/>
              </a:ext>
            </a:extLst>
          </p:cNvPr>
          <p:cNvSpPr>
            <a:spLocks noGrp="1"/>
          </p:cNvSpPr>
          <p:nvPr>
            <p:ph type="sldNum" sz="quarter" idx="12"/>
          </p:nvPr>
        </p:nvSpPr>
        <p:spPr/>
        <p:txBody>
          <a:bodyPr/>
          <a:lstStyle/>
          <a:p>
            <a:fld id="{26DEA811-3803-C142-8442-119D0070D132}" type="slidenum">
              <a:rPr lang="en-AE" smtClean="0"/>
              <a:t>‹#›</a:t>
            </a:fld>
            <a:endParaRPr lang="en-AE"/>
          </a:p>
        </p:txBody>
      </p:sp>
    </p:spTree>
    <p:extLst>
      <p:ext uri="{BB962C8B-B14F-4D97-AF65-F5344CB8AC3E}">
        <p14:creationId xmlns:p14="http://schemas.microsoft.com/office/powerpoint/2010/main" val="768036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8E28C-C688-7EE1-500B-37EEFC823910}"/>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C83A441F-04E5-A4D3-2607-72BDF644E8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Content Placeholder 3">
            <a:extLst>
              <a:ext uri="{FF2B5EF4-FFF2-40B4-BE49-F238E27FC236}">
                <a16:creationId xmlns:a16="http://schemas.microsoft.com/office/drawing/2014/main" id="{57F79CE2-04A6-D05C-E2A5-6E46D092CEF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Date Placeholder 4">
            <a:extLst>
              <a:ext uri="{FF2B5EF4-FFF2-40B4-BE49-F238E27FC236}">
                <a16:creationId xmlns:a16="http://schemas.microsoft.com/office/drawing/2014/main" id="{E414F898-F144-2B02-132D-CC4527D5B3C6}"/>
              </a:ext>
            </a:extLst>
          </p:cNvPr>
          <p:cNvSpPr>
            <a:spLocks noGrp="1"/>
          </p:cNvSpPr>
          <p:nvPr>
            <p:ph type="dt" sz="half" idx="10"/>
          </p:nvPr>
        </p:nvSpPr>
        <p:spPr/>
        <p:txBody>
          <a:bodyPr/>
          <a:lstStyle/>
          <a:p>
            <a:fld id="{203C7EC0-E034-EA44-850D-F08E1D4FFEB3}" type="datetimeFigureOut">
              <a:rPr lang="en-AE" smtClean="0"/>
              <a:t>24/06/2024</a:t>
            </a:fld>
            <a:endParaRPr lang="en-AE"/>
          </a:p>
        </p:txBody>
      </p:sp>
      <p:sp>
        <p:nvSpPr>
          <p:cNvPr id="6" name="Footer Placeholder 5">
            <a:extLst>
              <a:ext uri="{FF2B5EF4-FFF2-40B4-BE49-F238E27FC236}">
                <a16:creationId xmlns:a16="http://schemas.microsoft.com/office/drawing/2014/main" id="{9D8D317A-28D2-F65B-61F7-AA5345FD0524}"/>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C6C45B61-3BD8-5280-E27B-5FB178051F66}"/>
              </a:ext>
            </a:extLst>
          </p:cNvPr>
          <p:cNvSpPr>
            <a:spLocks noGrp="1"/>
          </p:cNvSpPr>
          <p:nvPr>
            <p:ph type="sldNum" sz="quarter" idx="12"/>
          </p:nvPr>
        </p:nvSpPr>
        <p:spPr/>
        <p:txBody>
          <a:bodyPr/>
          <a:lstStyle/>
          <a:p>
            <a:fld id="{26DEA811-3803-C142-8442-119D0070D132}" type="slidenum">
              <a:rPr lang="en-AE" smtClean="0"/>
              <a:t>‹#›</a:t>
            </a:fld>
            <a:endParaRPr lang="en-AE"/>
          </a:p>
        </p:txBody>
      </p:sp>
    </p:spTree>
    <p:extLst>
      <p:ext uri="{BB962C8B-B14F-4D97-AF65-F5344CB8AC3E}">
        <p14:creationId xmlns:p14="http://schemas.microsoft.com/office/powerpoint/2010/main" val="3650115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6C59D-2117-05C1-31AE-C23FB8FCD1CF}"/>
              </a:ext>
            </a:extLst>
          </p:cNvPr>
          <p:cNvSpPr>
            <a:spLocks noGrp="1"/>
          </p:cNvSpPr>
          <p:nvPr>
            <p:ph type="title"/>
          </p:nvPr>
        </p:nvSpPr>
        <p:spPr>
          <a:xfrm>
            <a:off x="839788" y="365125"/>
            <a:ext cx="10515600" cy="1325563"/>
          </a:xfrm>
        </p:spPr>
        <p:txBody>
          <a:bodyPr/>
          <a:lstStyle/>
          <a:p>
            <a:r>
              <a:rPr lang="en-US"/>
              <a:t>Click to edit Master title style</a:t>
            </a:r>
            <a:endParaRPr lang="en-AE"/>
          </a:p>
        </p:txBody>
      </p:sp>
      <p:sp>
        <p:nvSpPr>
          <p:cNvPr id="3" name="Text Placeholder 2">
            <a:extLst>
              <a:ext uri="{FF2B5EF4-FFF2-40B4-BE49-F238E27FC236}">
                <a16:creationId xmlns:a16="http://schemas.microsoft.com/office/drawing/2014/main" id="{69BB239E-C90C-A39F-7D44-3D60E10594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ED4C80-D4D5-6828-799F-E7684B4927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Text Placeholder 4">
            <a:extLst>
              <a:ext uri="{FF2B5EF4-FFF2-40B4-BE49-F238E27FC236}">
                <a16:creationId xmlns:a16="http://schemas.microsoft.com/office/drawing/2014/main" id="{94B2BE43-5D2A-12AD-78BE-F01299FBDD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00F2BB-D70F-A68B-C33D-DA2F2748F6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7" name="Date Placeholder 6">
            <a:extLst>
              <a:ext uri="{FF2B5EF4-FFF2-40B4-BE49-F238E27FC236}">
                <a16:creationId xmlns:a16="http://schemas.microsoft.com/office/drawing/2014/main" id="{1CE63319-27C6-01FE-BD43-75B12C0B95BA}"/>
              </a:ext>
            </a:extLst>
          </p:cNvPr>
          <p:cNvSpPr>
            <a:spLocks noGrp="1"/>
          </p:cNvSpPr>
          <p:nvPr>
            <p:ph type="dt" sz="half" idx="10"/>
          </p:nvPr>
        </p:nvSpPr>
        <p:spPr/>
        <p:txBody>
          <a:bodyPr/>
          <a:lstStyle/>
          <a:p>
            <a:fld id="{203C7EC0-E034-EA44-850D-F08E1D4FFEB3}" type="datetimeFigureOut">
              <a:rPr lang="en-AE" smtClean="0"/>
              <a:t>24/06/2024</a:t>
            </a:fld>
            <a:endParaRPr lang="en-AE"/>
          </a:p>
        </p:txBody>
      </p:sp>
      <p:sp>
        <p:nvSpPr>
          <p:cNvPr id="8" name="Footer Placeholder 7">
            <a:extLst>
              <a:ext uri="{FF2B5EF4-FFF2-40B4-BE49-F238E27FC236}">
                <a16:creationId xmlns:a16="http://schemas.microsoft.com/office/drawing/2014/main" id="{39E25CAD-4513-5068-56E6-D6BC5ED52BCB}"/>
              </a:ext>
            </a:extLst>
          </p:cNvPr>
          <p:cNvSpPr>
            <a:spLocks noGrp="1"/>
          </p:cNvSpPr>
          <p:nvPr>
            <p:ph type="ftr" sz="quarter" idx="11"/>
          </p:nvPr>
        </p:nvSpPr>
        <p:spPr/>
        <p:txBody>
          <a:bodyPr/>
          <a:lstStyle/>
          <a:p>
            <a:endParaRPr lang="en-AE"/>
          </a:p>
        </p:txBody>
      </p:sp>
      <p:sp>
        <p:nvSpPr>
          <p:cNvPr id="9" name="Slide Number Placeholder 8">
            <a:extLst>
              <a:ext uri="{FF2B5EF4-FFF2-40B4-BE49-F238E27FC236}">
                <a16:creationId xmlns:a16="http://schemas.microsoft.com/office/drawing/2014/main" id="{7DED9056-98C8-D636-BBE4-B992D702AC41}"/>
              </a:ext>
            </a:extLst>
          </p:cNvPr>
          <p:cNvSpPr>
            <a:spLocks noGrp="1"/>
          </p:cNvSpPr>
          <p:nvPr>
            <p:ph type="sldNum" sz="quarter" idx="12"/>
          </p:nvPr>
        </p:nvSpPr>
        <p:spPr/>
        <p:txBody>
          <a:bodyPr/>
          <a:lstStyle/>
          <a:p>
            <a:fld id="{26DEA811-3803-C142-8442-119D0070D132}" type="slidenum">
              <a:rPr lang="en-AE" smtClean="0"/>
              <a:t>‹#›</a:t>
            </a:fld>
            <a:endParaRPr lang="en-AE"/>
          </a:p>
        </p:txBody>
      </p:sp>
    </p:spTree>
    <p:extLst>
      <p:ext uri="{BB962C8B-B14F-4D97-AF65-F5344CB8AC3E}">
        <p14:creationId xmlns:p14="http://schemas.microsoft.com/office/powerpoint/2010/main" val="3822929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69CBC-3793-5700-E322-C0B55A746D7E}"/>
              </a:ext>
            </a:extLst>
          </p:cNvPr>
          <p:cNvSpPr>
            <a:spLocks noGrp="1"/>
          </p:cNvSpPr>
          <p:nvPr>
            <p:ph type="title"/>
          </p:nvPr>
        </p:nvSpPr>
        <p:spPr/>
        <p:txBody>
          <a:bodyPr/>
          <a:lstStyle/>
          <a:p>
            <a:r>
              <a:rPr lang="en-US"/>
              <a:t>Click to edit Master title style</a:t>
            </a:r>
            <a:endParaRPr lang="en-AE"/>
          </a:p>
        </p:txBody>
      </p:sp>
      <p:sp>
        <p:nvSpPr>
          <p:cNvPr id="3" name="Date Placeholder 2">
            <a:extLst>
              <a:ext uri="{FF2B5EF4-FFF2-40B4-BE49-F238E27FC236}">
                <a16:creationId xmlns:a16="http://schemas.microsoft.com/office/drawing/2014/main" id="{CDFEC58F-6577-8078-6214-0475E67989BE}"/>
              </a:ext>
            </a:extLst>
          </p:cNvPr>
          <p:cNvSpPr>
            <a:spLocks noGrp="1"/>
          </p:cNvSpPr>
          <p:nvPr>
            <p:ph type="dt" sz="half" idx="10"/>
          </p:nvPr>
        </p:nvSpPr>
        <p:spPr/>
        <p:txBody>
          <a:bodyPr/>
          <a:lstStyle/>
          <a:p>
            <a:fld id="{203C7EC0-E034-EA44-850D-F08E1D4FFEB3}" type="datetimeFigureOut">
              <a:rPr lang="en-AE" smtClean="0"/>
              <a:t>24/06/2024</a:t>
            </a:fld>
            <a:endParaRPr lang="en-AE"/>
          </a:p>
        </p:txBody>
      </p:sp>
      <p:sp>
        <p:nvSpPr>
          <p:cNvPr id="4" name="Footer Placeholder 3">
            <a:extLst>
              <a:ext uri="{FF2B5EF4-FFF2-40B4-BE49-F238E27FC236}">
                <a16:creationId xmlns:a16="http://schemas.microsoft.com/office/drawing/2014/main" id="{CCDAE1CB-F08E-9A0D-0CB3-80F1A6D301C4}"/>
              </a:ext>
            </a:extLst>
          </p:cNvPr>
          <p:cNvSpPr>
            <a:spLocks noGrp="1"/>
          </p:cNvSpPr>
          <p:nvPr>
            <p:ph type="ftr" sz="quarter" idx="11"/>
          </p:nvPr>
        </p:nvSpPr>
        <p:spPr/>
        <p:txBody>
          <a:bodyPr/>
          <a:lstStyle/>
          <a:p>
            <a:endParaRPr lang="en-AE"/>
          </a:p>
        </p:txBody>
      </p:sp>
      <p:sp>
        <p:nvSpPr>
          <p:cNvPr id="5" name="Slide Number Placeholder 4">
            <a:extLst>
              <a:ext uri="{FF2B5EF4-FFF2-40B4-BE49-F238E27FC236}">
                <a16:creationId xmlns:a16="http://schemas.microsoft.com/office/drawing/2014/main" id="{280016A9-1813-2339-4C7C-0FDF96BC893B}"/>
              </a:ext>
            </a:extLst>
          </p:cNvPr>
          <p:cNvSpPr>
            <a:spLocks noGrp="1"/>
          </p:cNvSpPr>
          <p:nvPr>
            <p:ph type="sldNum" sz="quarter" idx="12"/>
          </p:nvPr>
        </p:nvSpPr>
        <p:spPr/>
        <p:txBody>
          <a:bodyPr/>
          <a:lstStyle/>
          <a:p>
            <a:fld id="{26DEA811-3803-C142-8442-119D0070D132}" type="slidenum">
              <a:rPr lang="en-AE" smtClean="0"/>
              <a:t>‹#›</a:t>
            </a:fld>
            <a:endParaRPr lang="en-AE"/>
          </a:p>
        </p:txBody>
      </p:sp>
    </p:spTree>
    <p:extLst>
      <p:ext uri="{BB962C8B-B14F-4D97-AF65-F5344CB8AC3E}">
        <p14:creationId xmlns:p14="http://schemas.microsoft.com/office/powerpoint/2010/main" val="36210915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16D540-453F-044C-DB00-B7101F6119FB}"/>
              </a:ext>
            </a:extLst>
          </p:cNvPr>
          <p:cNvSpPr>
            <a:spLocks noGrp="1"/>
          </p:cNvSpPr>
          <p:nvPr>
            <p:ph type="dt" sz="half" idx="10"/>
          </p:nvPr>
        </p:nvSpPr>
        <p:spPr/>
        <p:txBody>
          <a:bodyPr/>
          <a:lstStyle/>
          <a:p>
            <a:fld id="{203C7EC0-E034-EA44-850D-F08E1D4FFEB3}" type="datetimeFigureOut">
              <a:rPr lang="en-AE" smtClean="0"/>
              <a:t>24/06/2024</a:t>
            </a:fld>
            <a:endParaRPr lang="en-AE"/>
          </a:p>
        </p:txBody>
      </p:sp>
      <p:sp>
        <p:nvSpPr>
          <p:cNvPr id="3" name="Footer Placeholder 2">
            <a:extLst>
              <a:ext uri="{FF2B5EF4-FFF2-40B4-BE49-F238E27FC236}">
                <a16:creationId xmlns:a16="http://schemas.microsoft.com/office/drawing/2014/main" id="{3BC74361-BC5A-B6C1-C2C3-ED0DD7740556}"/>
              </a:ext>
            </a:extLst>
          </p:cNvPr>
          <p:cNvSpPr>
            <a:spLocks noGrp="1"/>
          </p:cNvSpPr>
          <p:nvPr>
            <p:ph type="ftr" sz="quarter" idx="11"/>
          </p:nvPr>
        </p:nvSpPr>
        <p:spPr/>
        <p:txBody>
          <a:bodyPr/>
          <a:lstStyle/>
          <a:p>
            <a:endParaRPr lang="en-AE"/>
          </a:p>
        </p:txBody>
      </p:sp>
      <p:sp>
        <p:nvSpPr>
          <p:cNvPr id="4" name="Slide Number Placeholder 3">
            <a:extLst>
              <a:ext uri="{FF2B5EF4-FFF2-40B4-BE49-F238E27FC236}">
                <a16:creationId xmlns:a16="http://schemas.microsoft.com/office/drawing/2014/main" id="{DA64D98D-7953-8F66-226B-7BE0F12EFCCF}"/>
              </a:ext>
            </a:extLst>
          </p:cNvPr>
          <p:cNvSpPr>
            <a:spLocks noGrp="1"/>
          </p:cNvSpPr>
          <p:nvPr>
            <p:ph type="sldNum" sz="quarter" idx="12"/>
          </p:nvPr>
        </p:nvSpPr>
        <p:spPr/>
        <p:txBody>
          <a:bodyPr/>
          <a:lstStyle/>
          <a:p>
            <a:fld id="{26DEA811-3803-C142-8442-119D0070D132}" type="slidenum">
              <a:rPr lang="en-AE" smtClean="0"/>
              <a:t>‹#›</a:t>
            </a:fld>
            <a:endParaRPr lang="en-AE"/>
          </a:p>
        </p:txBody>
      </p:sp>
    </p:spTree>
    <p:extLst>
      <p:ext uri="{BB962C8B-B14F-4D97-AF65-F5344CB8AC3E}">
        <p14:creationId xmlns:p14="http://schemas.microsoft.com/office/powerpoint/2010/main" val="20856830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14C69-966B-F07A-8E37-584DFBC3A1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Content Placeholder 2">
            <a:extLst>
              <a:ext uri="{FF2B5EF4-FFF2-40B4-BE49-F238E27FC236}">
                <a16:creationId xmlns:a16="http://schemas.microsoft.com/office/drawing/2014/main" id="{CADD82D2-F336-5F60-86FA-D758A2E11D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Text Placeholder 3">
            <a:extLst>
              <a:ext uri="{FF2B5EF4-FFF2-40B4-BE49-F238E27FC236}">
                <a16:creationId xmlns:a16="http://schemas.microsoft.com/office/drawing/2014/main" id="{253C9527-4CF5-3ADF-2388-B9824C20E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70A9A9-9ECD-9F88-5684-F9C417301626}"/>
              </a:ext>
            </a:extLst>
          </p:cNvPr>
          <p:cNvSpPr>
            <a:spLocks noGrp="1"/>
          </p:cNvSpPr>
          <p:nvPr>
            <p:ph type="dt" sz="half" idx="10"/>
          </p:nvPr>
        </p:nvSpPr>
        <p:spPr/>
        <p:txBody>
          <a:bodyPr/>
          <a:lstStyle/>
          <a:p>
            <a:fld id="{203C7EC0-E034-EA44-850D-F08E1D4FFEB3}" type="datetimeFigureOut">
              <a:rPr lang="en-AE" smtClean="0"/>
              <a:t>24/06/2024</a:t>
            </a:fld>
            <a:endParaRPr lang="en-AE"/>
          </a:p>
        </p:txBody>
      </p:sp>
      <p:sp>
        <p:nvSpPr>
          <p:cNvPr id="6" name="Footer Placeholder 5">
            <a:extLst>
              <a:ext uri="{FF2B5EF4-FFF2-40B4-BE49-F238E27FC236}">
                <a16:creationId xmlns:a16="http://schemas.microsoft.com/office/drawing/2014/main" id="{2E42D7A3-F53F-FA7D-CDFA-36DA982E8824}"/>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EC03E375-1FCA-792F-F52E-CB0FDAE0A48A}"/>
              </a:ext>
            </a:extLst>
          </p:cNvPr>
          <p:cNvSpPr>
            <a:spLocks noGrp="1"/>
          </p:cNvSpPr>
          <p:nvPr>
            <p:ph type="sldNum" sz="quarter" idx="12"/>
          </p:nvPr>
        </p:nvSpPr>
        <p:spPr/>
        <p:txBody>
          <a:bodyPr/>
          <a:lstStyle/>
          <a:p>
            <a:fld id="{26DEA811-3803-C142-8442-119D0070D132}" type="slidenum">
              <a:rPr lang="en-AE" smtClean="0"/>
              <a:t>‹#›</a:t>
            </a:fld>
            <a:endParaRPr lang="en-AE"/>
          </a:p>
        </p:txBody>
      </p:sp>
    </p:spTree>
    <p:extLst>
      <p:ext uri="{BB962C8B-B14F-4D97-AF65-F5344CB8AC3E}">
        <p14:creationId xmlns:p14="http://schemas.microsoft.com/office/powerpoint/2010/main" val="36901954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C2096-E516-9867-E920-E087A410D2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Picture Placeholder 2">
            <a:extLst>
              <a:ext uri="{FF2B5EF4-FFF2-40B4-BE49-F238E27FC236}">
                <a16:creationId xmlns:a16="http://schemas.microsoft.com/office/drawing/2014/main" id="{17E0F7EF-F98B-76E2-293C-6CA22DC254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sp>
        <p:nvSpPr>
          <p:cNvPr id="4" name="Text Placeholder 3">
            <a:extLst>
              <a:ext uri="{FF2B5EF4-FFF2-40B4-BE49-F238E27FC236}">
                <a16:creationId xmlns:a16="http://schemas.microsoft.com/office/drawing/2014/main" id="{DF66A6DA-AAB8-DF07-CBBA-AB559E6A35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BF5CF3-D692-504B-D38C-1CDCE0921204}"/>
              </a:ext>
            </a:extLst>
          </p:cNvPr>
          <p:cNvSpPr>
            <a:spLocks noGrp="1"/>
          </p:cNvSpPr>
          <p:nvPr>
            <p:ph type="dt" sz="half" idx="10"/>
          </p:nvPr>
        </p:nvSpPr>
        <p:spPr/>
        <p:txBody>
          <a:bodyPr/>
          <a:lstStyle/>
          <a:p>
            <a:fld id="{203C7EC0-E034-EA44-850D-F08E1D4FFEB3}" type="datetimeFigureOut">
              <a:rPr lang="en-AE" smtClean="0"/>
              <a:t>24/06/2024</a:t>
            </a:fld>
            <a:endParaRPr lang="en-AE"/>
          </a:p>
        </p:txBody>
      </p:sp>
      <p:sp>
        <p:nvSpPr>
          <p:cNvPr id="6" name="Footer Placeholder 5">
            <a:extLst>
              <a:ext uri="{FF2B5EF4-FFF2-40B4-BE49-F238E27FC236}">
                <a16:creationId xmlns:a16="http://schemas.microsoft.com/office/drawing/2014/main" id="{3329C028-292C-CDE3-C3C3-383D23A6FA6F}"/>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B0EDA27F-4458-7E45-F014-330FDE1E5D4C}"/>
              </a:ext>
            </a:extLst>
          </p:cNvPr>
          <p:cNvSpPr>
            <a:spLocks noGrp="1"/>
          </p:cNvSpPr>
          <p:nvPr>
            <p:ph type="sldNum" sz="quarter" idx="12"/>
          </p:nvPr>
        </p:nvSpPr>
        <p:spPr/>
        <p:txBody>
          <a:bodyPr/>
          <a:lstStyle/>
          <a:p>
            <a:fld id="{26DEA811-3803-C142-8442-119D0070D132}" type="slidenum">
              <a:rPr lang="en-AE" smtClean="0"/>
              <a:t>‹#›</a:t>
            </a:fld>
            <a:endParaRPr lang="en-AE"/>
          </a:p>
        </p:txBody>
      </p:sp>
    </p:spTree>
    <p:extLst>
      <p:ext uri="{BB962C8B-B14F-4D97-AF65-F5344CB8AC3E}">
        <p14:creationId xmlns:p14="http://schemas.microsoft.com/office/powerpoint/2010/main" val="9351166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2FE2C-75E7-FA66-0D14-CE7E8D18C50A}"/>
              </a:ext>
            </a:extLst>
          </p:cNvPr>
          <p:cNvSpPr>
            <a:spLocks noGrp="1"/>
          </p:cNvSpPr>
          <p:nvPr>
            <p:ph type="title"/>
          </p:nvPr>
        </p:nvSpPr>
        <p:spPr/>
        <p:txBody>
          <a:bodyPr/>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6C0EC7A5-100B-8E22-C4FD-57484F276A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31C9FFD3-79D2-51F5-83E2-DE1F329C1B4D}"/>
              </a:ext>
            </a:extLst>
          </p:cNvPr>
          <p:cNvSpPr>
            <a:spLocks noGrp="1"/>
          </p:cNvSpPr>
          <p:nvPr>
            <p:ph type="dt" sz="half" idx="10"/>
          </p:nvPr>
        </p:nvSpPr>
        <p:spPr/>
        <p:txBody>
          <a:bodyPr/>
          <a:lstStyle/>
          <a:p>
            <a:fld id="{203C7EC0-E034-EA44-850D-F08E1D4FFEB3}" type="datetimeFigureOut">
              <a:rPr lang="en-AE" smtClean="0"/>
              <a:t>24/06/2024</a:t>
            </a:fld>
            <a:endParaRPr lang="en-AE"/>
          </a:p>
        </p:txBody>
      </p:sp>
      <p:sp>
        <p:nvSpPr>
          <p:cNvPr id="5" name="Footer Placeholder 4">
            <a:extLst>
              <a:ext uri="{FF2B5EF4-FFF2-40B4-BE49-F238E27FC236}">
                <a16:creationId xmlns:a16="http://schemas.microsoft.com/office/drawing/2014/main" id="{21101EA9-5A6A-6795-6B3D-47CA472A7876}"/>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01A872C2-8949-6D62-70F6-5F749AF0C0B3}"/>
              </a:ext>
            </a:extLst>
          </p:cNvPr>
          <p:cNvSpPr>
            <a:spLocks noGrp="1"/>
          </p:cNvSpPr>
          <p:nvPr>
            <p:ph type="sldNum" sz="quarter" idx="12"/>
          </p:nvPr>
        </p:nvSpPr>
        <p:spPr/>
        <p:txBody>
          <a:bodyPr/>
          <a:lstStyle/>
          <a:p>
            <a:fld id="{26DEA811-3803-C142-8442-119D0070D132}" type="slidenum">
              <a:rPr lang="en-AE" smtClean="0"/>
              <a:t>‹#›</a:t>
            </a:fld>
            <a:endParaRPr lang="en-AE"/>
          </a:p>
        </p:txBody>
      </p:sp>
    </p:spTree>
    <p:extLst>
      <p:ext uri="{BB962C8B-B14F-4D97-AF65-F5344CB8AC3E}">
        <p14:creationId xmlns:p14="http://schemas.microsoft.com/office/powerpoint/2010/main" val="41783127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DE69C1-9AA1-6604-15B5-0916455297B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AEA3F4B0-7E79-C75E-7194-8D98F9C4A0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55C8CB22-5A21-14C4-D6B4-871465765401}"/>
              </a:ext>
            </a:extLst>
          </p:cNvPr>
          <p:cNvSpPr>
            <a:spLocks noGrp="1"/>
          </p:cNvSpPr>
          <p:nvPr>
            <p:ph type="dt" sz="half" idx="10"/>
          </p:nvPr>
        </p:nvSpPr>
        <p:spPr/>
        <p:txBody>
          <a:bodyPr/>
          <a:lstStyle/>
          <a:p>
            <a:fld id="{203C7EC0-E034-EA44-850D-F08E1D4FFEB3}" type="datetimeFigureOut">
              <a:rPr lang="en-AE" smtClean="0"/>
              <a:t>24/06/2024</a:t>
            </a:fld>
            <a:endParaRPr lang="en-AE"/>
          </a:p>
        </p:txBody>
      </p:sp>
      <p:sp>
        <p:nvSpPr>
          <p:cNvPr id="5" name="Footer Placeholder 4">
            <a:extLst>
              <a:ext uri="{FF2B5EF4-FFF2-40B4-BE49-F238E27FC236}">
                <a16:creationId xmlns:a16="http://schemas.microsoft.com/office/drawing/2014/main" id="{25FFC0C3-3C4F-D5FC-BAF7-93381F1299B7}"/>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98E5501B-868B-5E63-4C62-C45DEC2FB38F}"/>
              </a:ext>
            </a:extLst>
          </p:cNvPr>
          <p:cNvSpPr>
            <a:spLocks noGrp="1"/>
          </p:cNvSpPr>
          <p:nvPr>
            <p:ph type="sldNum" sz="quarter" idx="12"/>
          </p:nvPr>
        </p:nvSpPr>
        <p:spPr/>
        <p:txBody>
          <a:bodyPr/>
          <a:lstStyle/>
          <a:p>
            <a:fld id="{26DEA811-3803-C142-8442-119D0070D132}" type="slidenum">
              <a:rPr lang="en-AE" smtClean="0"/>
              <a:t>‹#›</a:t>
            </a:fld>
            <a:endParaRPr lang="en-AE"/>
          </a:p>
        </p:txBody>
      </p:sp>
    </p:spTree>
    <p:extLst>
      <p:ext uri="{BB962C8B-B14F-4D97-AF65-F5344CB8AC3E}">
        <p14:creationId xmlns:p14="http://schemas.microsoft.com/office/powerpoint/2010/main" val="14072141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6391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6818BD-D734-48A1-8CC0-609D11E5560E}"/>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AF9D215A-D2A1-4903-A905-F8B06EF41B4F}"/>
              </a:ext>
            </a:extLst>
          </p:cNvPr>
          <p:cNvSpPr>
            <a:spLocks noGrp="1"/>
          </p:cNvSpPr>
          <p:nvPr>
            <p:ph type="body" idx="1"/>
          </p:nvPr>
        </p:nvSpPr>
        <p:spPr>
          <a:xfrm>
            <a:off x="838200" y="1940875"/>
            <a:ext cx="10515600" cy="423608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42B88A-7A1D-4AA1-8536-28DC13D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FD2766A6-3C10-4AB8-86A1-BB1F0CDA7EFE}" type="datetimeFigureOut">
              <a:rPr lang="en-US" smtClean="0"/>
              <a:pPr/>
              <a:t>6/24/24</a:t>
            </a:fld>
            <a:endParaRPr lang="en-US" dirty="0"/>
          </a:p>
        </p:txBody>
      </p:sp>
      <p:sp>
        <p:nvSpPr>
          <p:cNvPr id="5" name="Footer Placeholder 4">
            <a:extLst>
              <a:ext uri="{FF2B5EF4-FFF2-40B4-BE49-F238E27FC236}">
                <a16:creationId xmlns:a16="http://schemas.microsoft.com/office/drawing/2014/main" id="{B37FE925-0C4B-4BAE-9799-3A9D46D920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7ADAD54-E5C5-4D48-8592-BB22F0A851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3060201-1C40-4B39-813D-5CD9493BAEED}" type="slidenum">
              <a:rPr lang="en-US" smtClean="0"/>
              <a:pPr/>
              <a:t>‹#›</a:t>
            </a:fld>
            <a:endParaRPr lang="en-US"/>
          </a:p>
        </p:txBody>
      </p:sp>
    </p:spTree>
    <p:extLst>
      <p:ext uri="{BB962C8B-B14F-4D97-AF65-F5344CB8AC3E}">
        <p14:creationId xmlns:p14="http://schemas.microsoft.com/office/powerpoint/2010/main" val="1268196082"/>
      </p:ext>
    </p:extLst>
  </p:cSld>
  <p:clrMap bg1="lt1" tx1="dk1" bg2="lt2" tx2="dk2" accent1="accent1" accent2="accent2" accent3="accent3" accent4="accent4" accent5="accent5" accent6="accent6" hlink="hlink" folHlink="folHlink"/>
  <p:sldLayoutIdLst>
    <p:sldLayoutId id="2147483710" r:id="rId1"/>
    <p:sldLayoutId id="2147483709" r:id="rId2"/>
    <p:sldLayoutId id="2147483708" r:id="rId3"/>
    <p:sldLayoutId id="2147483707" r:id="rId4"/>
    <p:sldLayoutId id="2147483706" r:id="rId5"/>
    <p:sldLayoutId id="2147483705" r:id="rId6"/>
    <p:sldLayoutId id="2147483704" r:id="rId7"/>
    <p:sldLayoutId id="2147483703" r:id="rId8"/>
    <p:sldLayoutId id="2147483702" r:id="rId9"/>
    <p:sldLayoutId id="2147483701" r:id="rId10"/>
    <p:sldLayoutId id="2147483700" r:id="rId11"/>
  </p:sldLayoutIdLst>
  <p:txStyles>
    <p:titleStyle>
      <a:lvl1pPr algn="l" defTabSz="914400" rtl="0" eaLnBrk="1" latinLnBrk="0" hangingPunct="1">
        <a:lnSpc>
          <a:spcPct val="100000"/>
        </a:lnSpc>
        <a:spcBef>
          <a:spcPct val="0"/>
        </a:spcBef>
        <a:buNone/>
        <a:defRPr lang="en-US" sz="5400" kern="1200" smtClean="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defRPr>
      </a:lvl1pPr>
    </p:titleStyle>
    <p:bodyStyle>
      <a:lvl1pPr marL="228600" indent="-228600" algn="l" defTabSz="914400" rtl="0" eaLnBrk="1" latinLnBrk="0" hangingPunct="1">
        <a:lnSpc>
          <a:spcPct val="110000"/>
        </a:lnSpc>
        <a:spcBef>
          <a:spcPts val="1000"/>
        </a:spcBef>
        <a:buClr>
          <a:schemeClr val="tx2"/>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6FCF1C-A5FF-1CC4-722E-9400868237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E"/>
          </a:p>
        </p:txBody>
      </p:sp>
      <p:sp>
        <p:nvSpPr>
          <p:cNvPr id="3" name="Text Placeholder 2">
            <a:extLst>
              <a:ext uri="{FF2B5EF4-FFF2-40B4-BE49-F238E27FC236}">
                <a16:creationId xmlns:a16="http://schemas.microsoft.com/office/drawing/2014/main" id="{EAC26BDC-83CA-77D3-2EF2-3890A567D5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37680311-7C04-432E-637B-E83D2737C4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03C7EC0-E034-EA44-850D-F08E1D4FFEB3}" type="datetimeFigureOut">
              <a:rPr lang="en-AE" smtClean="0"/>
              <a:t>24/06/2024</a:t>
            </a:fld>
            <a:endParaRPr lang="en-AE"/>
          </a:p>
        </p:txBody>
      </p:sp>
      <p:sp>
        <p:nvSpPr>
          <p:cNvPr id="5" name="Footer Placeholder 4">
            <a:extLst>
              <a:ext uri="{FF2B5EF4-FFF2-40B4-BE49-F238E27FC236}">
                <a16:creationId xmlns:a16="http://schemas.microsoft.com/office/drawing/2014/main" id="{AB1DF551-C524-B315-80FF-33BD7AEBFB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E"/>
          </a:p>
        </p:txBody>
      </p:sp>
      <p:sp>
        <p:nvSpPr>
          <p:cNvPr id="6" name="Slide Number Placeholder 5">
            <a:extLst>
              <a:ext uri="{FF2B5EF4-FFF2-40B4-BE49-F238E27FC236}">
                <a16:creationId xmlns:a16="http://schemas.microsoft.com/office/drawing/2014/main" id="{8064B792-87F6-AB34-F100-967EA64196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DEA811-3803-C142-8442-119D0070D132}" type="slidenum">
              <a:rPr lang="en-AE" smtClean="0"/>
              <a:t>‹#›</a:t>
            </a:fld>
            <a:endParaRPr lang="en-AE"/>
          </a:p>
        </p:txBody>
      </p:sp>
    </p:spTree>
    <p:extLst>
      <p:ext uri="{BB962C8B-B14F-4D97-AF65-F5344CB8AC3E}">
        <p14:creationId xmlns:p14="http://schemas.microsoft.com/office/powerpoint/2010/main" val="2297370961"/>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svg"/><Relationship Id="rId13" Type="http://schemas.openxmlformats.org/officeDocument/2006/relationships/image" Target="../media/image8.png"/><Relationship Id="rId3" Type="http://schemas.openxmlformats.org/officeDocument/2006/relationships/slide" Target="slide15.xml"/><Relationship Id="rId7" Type="http://schemas.openxmlformats.org/officeDocument/2006/relationships/image" Target="../media/image2.png"/><Relationship Id="rId12" Type="http://schemas.openxmlformats.org/officeDocument/2006/relationships/image" Target="../media/image7.png"/><Relationship Id="rId2" Type="http://schemas.openxmlformats.org/officeDocument/2006/relationships/slide" Target="slide17.xml"/><Relationship Id="rId1" Type="http://schemas.openxmlformats.org/officeDocument/2006/relationships/slideLayout" Target="../slideLayouts/slideLayout23.xml"/><Relationship Id="rId6" Type="http://schemas.openxmlformats.org/officeDocument/2006/relationships/slide" Target="slide3.xml"/><Relationship Id="rId11" Type="http://schemas.openxmlformats.org/officeDocument/2006/relationships/image" Target="../media/image6.png"/><Relationship Id="rId5" Type="http://schemas.openxmlformats.org/officeDocument/2006/relationships/slide" Target="slide5.xml"/><Relationship Id="rId10" Type="http://schemas.openxmlformats.org/officeDocument/2006/relationships/image" Target="../media/image5.svg"/><Relationship Id="rId4" Type="http://schemas.openxmlformats.org/officeDocument/2006/relationships/slide" Target="slide13.xml"/><Relationship Id="rId9" Type="http://schemas.openxmlformats.org/officeDocument/2006/relationships/image" Target="../media/image4.png"/><Relationship Id="rId14" Type="http://schemas.openxmlformats.org/officeDocument/2006/relationships/image" Target="../media/image9.svg"/></Relationships>
</file>

<file path=ppt/slides/_rels/slide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10.jpeg"/><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 Target="slide2.xml"/><Relationship Id="rId1" Type="http://schemas.openxmlformats.org/officeDocument/2006/relationships/slideLayout" Target="../slideLayouts/slideLayout2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image" Target="../media/image10.jpe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slideLayout" Target="../slideLayouts/slideLayout23.xml"/><Relationship Id="rId1" Type="http://schemas.openxmlformats.org/officeDocument/2006/relationships/themeOverride" Target="../theme/themeOverride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23.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3.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image" Target="../media/image10.jpeg"/><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0.jpeg"/><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0.jpeg"/><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svg"/><Relationship Id="rId7" Type="http://schemas.openxmlformats.org/officeDocument/2006/relationships/image" Target="../media/image40.svg"/><Relationship Id="rId2" Type="http://schemas.openxmlformats.org/officeDocument/2006/relationships/image" Target="../media/image35.png"/><Relationship Id="rId1" Type="http://schemas.openxmlformats.org/officeDocument/2006/relationships/slideLayout" Target="../slideLayouts/slideLayout23.xml"/><Relationship Id="rId6" Type="http://schemas.openxmlformats.org/officeDocument/2006/relationships/image" Target="../media/image39.png"/><Relationship Id="rId5" Type="http://schemas.openxmlformats.org/officeDocument/2006/relationships/image" Target="../media/image38.svg"/><Relationship Id="rId4" Type="http://schemas.openxmlformats.org/officeDocument/2006/relationships/image" Target="../media/image37.png"/><Relationship Id="rId9" Type="http://schemas.openxmlformats.org/officeDocument/2006/relationships/image" Target="../media/image42.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8C37C960-91F5-4F61-B2CD-8A03792072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web of dots connected">
            <a:extLst>
              <a:ext uri="{FF2B5EF4-FFF2-40B4-BE49-F238E27FC236}">
                <a16:creationId xmlns:a16="http://schemas.microsoft.com/office/drawing/2014/main" id="{88DDFCF1-D913-BCEA-6855-2575E6C01997}"/>
              </a:ext>
            </a:extLst>
          </p:cNvPr>
          <p:cNvPicPr>
            <a:picLocks noChangeAspect="1"/>
          </p:cNvPicPr>
          <p:nvPr/>
        </p:nvPicPr>
        <p:blipFill rotWithShape="1">
          <a:blip r:embed="rId2">
            <a:duotone>
              <a:prstClr val="black"/>
              <a:prstClr val="white"/>
            </a:duotone>
            <a:alphaModFix amt="30000"/>
          </a:blip>
          <a:srcRect l="13193" r="-1" b="-1"/>
          <a:stretch/>
        </p:blipFill>
        <p:spPr>
          <a:xfrm>
            <a:off x="594359" y="596644"/>
            <a:ext cx="10988585" cy="5664712"/>
          </a:xfrm>
          <a:prstGeom prst="rect">
            <a:avLst/>
          </a:prstGeom>
        </p:spPr>
      </p:pic>
      <p:sp>
        <p:nvSpPr>
          <p:cNvPr id="2" name="Title 1">
            <a:extLst>
              <a:ext uri="{FF2B5EF4-FFF2-40B4-BE49-F238E27FC236}">
                <a16:creationId xmlns:a16="http://schemas.microsoft.com/office/drawing/2014/main" id="{AB156F92-4F5F-DC12-4679-716DB2A14033}"/>
              </a:ext>
            </a:extLst>
          </p:cNvPr>
          <p:cNvSpPr>
            <a:spLocks noGrp="1"/>
          </p:cNvSpPr>
          <p:nvPr>
            <p:ph type="ctrTitle"/>
          </p:nvPr>
        </p:nvSpPr>
        <p:spPr>
          <a:xfrm>
            <a:off x="838200" y="990114"/>
            <a:ext cx="10515600" cy="3041345"/>
          </a:xfrm>
        </p:spPr>
        <p:txBody>
          <a:bodyPr>
            <a:normAutofit/>
          </a:bodyPr>
          <a:lstStyle/>
          <a:p>
            <a:r>
              <a:rPr lang="en-AE" sz="8000"/>
              <a:t>Security Services</a:t>
            </a:r>
          </a:p>
        </p:txBody>
      </p:sp>
    </p:spTree>
    <p:extLst>
      <p:ext uri="{BB962C8B-B14F-4D97-AF65-F5344CB8AC3E}">
        <p14:creationId xmlns:p14="http://schemas.microsoft.com/office/powerpoint/2010/main" val="609580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10826B76-1D8C-0747-B229-83F3949E982F}"/>
              </a:ext>
            </a:extLst>
          </p:cNvPr>
          <p:cNvSpPr txBox="1"/>
          <p:nvPr/>
        </p:nvSpPr>
        <p:spPr>
          <a:xfrm>
            <a:off x="3507405" y="65130"/>
            <a:ext cx="487184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E2841"/>
                </a:solidFill>
                <a:effectLst/>
                <a:uLnTx/>
                <a:uFillTx/>
                <a:latin typeface="Poppins" pitchFamily="2" charset="77"/>
                <a:ea typeface="+mn-ea"/>
                <a:cs typeface="Poppins" pitchFamily="2" charset="77"/>
              </a:rPr>
              <a:t>PRODUCTS &amp; SERVICES</a:t>
            </a:r>
          </a:p>
        </p:txBody>
      </p:sp>
      <p:sp>
        <p:nvSpPr>
          <p:cNvPr id="42" name="Shape 20606">
            <a:extLst>
              <a:ext uri="{FF2B5EF4-FFF2-40B4-BE49-F238E27FC236}">
                <a16:creationId xmlns:a16="http://schemas.microsoft.com/office/drawing/2014/main" id="{39C8AFB6-863A-A048-9423-10EE0E00296A}"/>
              </a:ext>
            </a:extLst>
          </p:cNvPr>
          <p:cNvSpPr/>
          <p:nvPr/>
        </p:nvSpPr>
        <p:spPr>
          <a:xfrm>
            <a:off x="8559583" y="1921455"/>
            <a:ext cx="421903" cy="99660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21600" y="0"/>
                </a:lnTo>
              </a:path>
            </a:pathLst>
          </a:custGeom>
          <a:noFill/>
          <a:ln w="38100" cap="flat">
            <a:solidFill>
              <a:schemeClr val="bg1">
                <a:lumMod val="85000"/>
              </a:schemeClr>
            </a:solidFill>
            <a:prstDash val="solid"/>
            <a:miter lim="400000"/>
          </a:ln>
          <a:effectLst/>
        </p:spPr>
        <p:txBody>
          <a:bodyPr wrap="square" lIns="35719" tIns="35719" rIns="35719" bIns="3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2" b="0" i="0" u="none" strike="noStrike" kern="1200" cap="none" spc="0" normalizeH="0" baseline="0" noProof="0" dirty="0">
              <a:ln>
                <a:noFill/>
              </a:ln>
              <a:solidFill>
                <a:prstClr val="black"/>
              </a:solidFill>
              <a:effectLst/>
              <a:uLnTx/>
              <a:uFillTx/>
              <a:latin typeface="Lato Light" panose="020F0502020204030203" pitchFamily="34" charset="0"/>
              <a:ea typeface="+mn-ea"/>
              <a:cs typeface="+mn-cs"/>
            </a:endParaRPr>
          </a:p>
        </p:txBody>
      </p:sp>
      <p:sp>
        <p:nvSpPr>
          <p:cNvPr id="38" name="Shape 20611">
            <a:extLst>
              <a:ext uri="{FF2B5EF4-FFF2-40B4-BE49-F238E27FC236}">
                <a16:creationId xmlns:a16="http://schemas.microsoft.com/office/drawing/2014/main" id="{53D330AC-3E84-A941-AD9C-A15BCE59FA64}"/>
              </a:ext>
            </a:extLst>
          </p:cNvPr>
          <p:cNvSpPr/>
          <p:nvPr/>
        </p:nvSpPr>
        <p:spPr>
          <a:xfrm>
            <a:off x="6095210" y="2448427"/>
            <a:ext cx="0" cy="469630"/>
          </a:xfrm>
          <a:prstGeom prst="line">
            <a:avLst/>
          </a:prstGeom>
          <a:noFill/>
          <a:ln w="38100" cap="flat">
            <a:solidFill>
              <a:schemeClr val="bg1">
                <a:lumMod val="85000"/>
              </a:schemeClr>
            </a:solidFill>
            <a:prstDash val="solid"/>
            <a:miter lim="400000"/>
          </a:ln>
          <a:effectLst/>
        </p:spPr>
        <p:txBody>
          <a:bodyPr wrap="square" lIns="35719" tIns="35719" rIns="35719" bIns="3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2" b="0" i="0" u="none" strike="noStrike" kern="1200" cap="none" spc="0" normalizeH="0" baseline="0" noProof="0" dirty="0">
              <a:ln>
                <a:noFill/>
              </a:ln>
              <a:solidFill>
                <a:prstClr val="black"/>
              </a:solidFill>
              <a:effectLst/>
              <a:uLnTx/>
              <a:uFillTx/>
              <a:latin typeface="Lato Light" panose="020F0502020204030203" pitchFamily="34" charset="0"/>
              <a:ea typeface="+mn-ea"/>
              <a:cs typeface="+mn-cs"/>
            </a:endParaRPr>
          </a:p>
        </p:txBody>
      </p:sp>
      <p:sp>
        <p:nvSpPr>
          <p:cNvPr id="35" name="Shape 20619">
            <a:extLst>
              <a:ext uri="{FF2B5EF4-FFF2-40B4-BE49-F238E27FC236}">
                <a16:creationId xmlns:a16="http://schemas.microsoft.com/office/drawing/2014/main" id="{0BB7E2CB-FB6D-2D4D-8442-F74FABFD0DD6}"/>
              </a:ext>
            </a:extLst>
          </p:cNvPr>
          <p:cNvSpPr/>
          <p:nvPr/>
        </p:nvSpPr>
        <p:spPr>
          <a:xfrm flipH="1">
            <a:off x="3210513" y="1921455"/>
            <a:ext cx="421904" cy="99660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21600" y="0"/>
                </a:lnTo>
              </a:path>
            </a:pathLst>
          </a:custGeom>
          <a:noFill/>
          <a:ln w="38100" cap="flat">
            <a:solidFill>
              <a:schemeClr val="bg1">
                <a:lumMod val="85000"/>
              </a:schemeClr>
            </a:solidFill>
            <a:prstDash val="solid"/>
            <a:miter lim="400000"/>
          </a:ln>
          <a:effectLst/>
        </p:spPr>
        <p:txBody>
          <a:bodyPr wrap="square" lIns="35719" tIns="35719" rIns="35719" bIns="3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2" b="0" i="0" u="none" strike="noStrike" kern="1200" cap="none" spc="0" normalizeH="0" baseline="0" noProof="0" dirty="0">
              <a:ln>
                <a:noFill/>
              </a:ln>
              <a:solidFill>
                <a:prstClr val="black"/>
              </a:solidFill>
              <a:effectLst/>
              <a:uLnTx/>
              <a:uFillTx/>
              <a:latin typeface="Lato Light" panose="020F0502020204030203" pitchFamily="34" charset="0"/>
              <a:ea typeface="+mn-ea"/>
              <a:cs typeface="+mn-cs"/>
            </a:endParaRPr>
          </a:p>
        </p:txBody>
      </p:sp>
      <p:sp>
        <p:nvSpPr>
          <p:cNvPr id="31" name="Shape 20624">
            <a:extLst>
              <a:ext uri="{FF2B5EF4-FFF2-40B4-BE49-F238E27FC236}">
                <a16:creationId xmlns:a16="http://schemas.microsoft.com/office/drawing/2014/main" id="{02EAEFB6-F79E-9E4B-A1A4-CB23F7DD62EB}"/>
              </a:ext>
            </a:extLst>
          </p:cNvPr>
          <p:cNvSpPr/>
          <p:nvPr/>
        </p:nvSpPr>
        <p:spPr>
          <a:xfrm rot="10800000">
            <a:off x="3720372" y="5288522"/>
            <a:ext cx="1130046" cy="29238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21600" y="0"/>
                </a:lnTo>
              </a:path>
            </a:pathLst>
          </a:custGeom>
          <a:noFill/>
          <a:ln w="38100" cap="flat">
            <a:solidFill>
              <a:schemeClr val="bg1">
                <a:lumMod val="85000"/>
              </a:schemeClr>
            </a:solidFill>
            <a:prstDash val="solid"/>
            <a:miter lim="400000"/>
          </a:ln>
          <a:effectLst/>
        </p:spPr>
        <p:txBody>
          <a:bodyPr wrap="square" lIns="35719" tIns="35719" rIns="35719" bIns="3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2" b="0" i="0" u="none" strike="noStrike" kern="1200" cap="none" spc="0" normalizeH="0" baseline="0" noProof="0" dirty="0">
              <a:ln>
                <a:noFill/>
              </a:ln>
              <a:solidFill>
                <a:prstClr val="black"/>
              </a:solidFill>
              <a:effectLst/>
              <a:uLnTx/>
              <a:uFillTx/>
              <a:latin typeface="Lato Light" panose="020F0502020204030203" pitchFamily="34" charset="0"/>
              <a:ea typeface="+mn-ea"/>
              <a:cs typeface="+mn-cs"/>
            </a:endParaRPr>
          </a:p>
        </p:txBody>
      </p:sp>
      <p:sp>
        <p:nvSpPr>
          <p:cNvPr id="27" name="Shape 20629">
            <a:extLst>
              <a:ext uri="{FF2B5EF4-FFF2-40B4-BE49-F238E27FC236}">
                <a16:creationId xmlns:a16="http://schemas.microsoft.com/office/drawing/2014/main" id="{D356A006-7783-0144-9065-55CB022CA102}"/>
              </a:ext>
            </a:extLst>
          </p:cNvPr>
          <p:cNvSpPr/>
          <p:nvPr/>
        </p:nvSpPr>
        <p:spPr>
          <a:xfrm rot="10800000" flipH="1">
            <a:off x="7337134" y="5288522"/>
            <a:ext cx="1130046" cy="292387"/>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21600" y="0"/>
                </a:lnTo>
              </a:path>
            </a:pathLst>
          </a:custGeom>
          <a:noFill/>
          <a:ln w="38100" cap="flat">
            <a:solidFill>
              <a:schemeClr val="bg1">
                <a:lumMod val="85000"/>
              </a:schemeClr>
            </a:solidFill>
            <a:prstDash val="solid"/>
            <a:miter lim="400000"/>
          </a:ln>
          <a:effectLst/>
        </p:spPr>
        <p:txBody>
          <a:bodyPr wrap="square" lIns="35719" tIns="35719" rIns="35719" bIns="3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2" b="0" i="0" u="none" strike="noStrike" kern="1200" cap="none" spc="0" normalizeH="0" baseline="0" noProof="0" dirty="0">
              <a:ln>
                <a:noFill/>
              </a:ln>
              <a:solidFill>
                <a:prstClr val="black"/>
              </a:solidFill>
              <a:effectLst/>
              <a:uLnTx/>
              <a:uFillTx/>
              <a:latin typeface="Lato Light" panose="020F0502020204030203" pitchFamily="34" charset="0"/>
              <a:ea typeface="+mn-ea"/>
              <a:cs typeface="+mn-cs"/>
            </a:endParaRPr>
          </a:p>
        </p:txBody>
      </p:sp>
      <p:sp>
        <p:nvSpPr>
          <p:cNvPr id="19" name="Shape 20633">
            <a:extLst>
              <a:ext uri="{FF2B5EF4-FFF2-40B4-BE49-F238E27FC236}">
                <a16:creationId xmlns:a16="http://schemas.microsoft.com/office/drawing/2014/main" id="{C562443F-9524-A24B-AD65-84E7154179BB}"/>
              </a:ext>
            </a:extLst>
          </p:cNvPr>
          <p:cNvSpPr/>
          <p:nvPr/>
        </p:nvSpPr>
        <p:spPr>
          <a:xfrm rot="10800000" flipH="1">
            <a:off x="2578004" y="2898145"/>
            <a:ext cx="2101755" cy="1751463"/>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chemeClr val="accent1"/>
          </a:solidFill>
          <a:ln w="12700" cap="flat">
            <a:noFill/>
            <a:miter lim="400000"/>
          </a:ln>
          <a:effectLst/>
        </p:spPr>
        <p:txBody>
          <a:bodyPr wrap="square" lIns="0" tIns="0" rIns="0" bIns="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2" b="0" i="0" u="none" strike="noStrike" kern="1200" cap="none" spc="0" normalizeH="0" baseline="0" noProof="0" dirty="0">
              <a:ln>
                <a:noFill/>
              </a:ln>
              <a:solidFill>
                <a:prstClr val="black"/>
              </a:solidFill>
              <a:effectLst/>
              <a:uLnTx/>
              <a:uFillTx/>
              <a:latin typeface="Lato Light" panose="020F0502020204030203" pitchFamily="34" charset="0"/>
              <a:ea typeface="+mn-ea"/>
              <a:cs typeface="+mn-cs"/>
            </a:endParaRPr>
          </a:p>
        </p:txBody>
      </p:sp>
      <p:sp>
        <p:nvSpPr>
          <p:cNvPr id="17" name="Shape 20636">
            <a:extLst>
              <a:ext uri="{FF2B5EF4-FFF2-40B4-BE49-F238E27FC236}">
                <a16:creationId xmlns:a16="http://schemas.microsoft.com/office/drawing/2014/main" id="{79B2F524-E636-D34C-B27C-F4233FF09CCE}"/>
              </a:ext>
            </a:extLst>
          </p:cNvPr>
          <p:cNvSpPr/>
          <p:nvPr/>
        </p:nvSpPr>
        <p:spPr>
          <a:xfrm>
            <a:off x="3811169" y="3553990"/>
            <a:ext cx="2101753" cy="1751462"/>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chemeClr val="accent2"/>
          </a:solidFill>
          <a:ln w="12700" cap="flat">
            <a:noFill/>
            <a:miter lim="400000"/>
          </a:ln>
          <a:effectLst/>
        </p:spPr>
        <p:txBody>
          <a:bodyPr wrap="square" lIns="0" tIns="0" rIns="0" bIns="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2" b="0" i="0" u="none" strike="noStrike" kern="1200" cap="none" spc="0" normalizeH="0" baseline="0" noProof="0" dirty="0">
              <a:ln>
                <a:noFill/>
              </a:ln>
              <a:solidFill>
                <a:prstClr val="black"/>
              </a:solidFill>
              <a:effectLst/>
              <a:uLnTx/>
              <a:uFillTx/>
              <a:latin typeface="Lato Light" panose="020F0502020204030203" pitchFamily="34" charset="0"/>
              <a:ea typeface="+mn-ea"/>
              <a:cs typeface="+mn-cs"/>
            </a:endParaRPr>
          </a:p>
        </p:txBody>
      </p:sp>
      <p:sp>
        <p:nvSpPr>
          <p:cNvPr id="15" name="Shape 20639">
            <a:extLst>
              <a:ext uri="{FF2B5EF4-FFF2-40B4-BE49-F238E27FC236}">
                <a16:creationId xmlns:a16="http://schemas.microsoft.com/office/drawing/2014/main" id="{7B82CCCD-A1C9-9E48-9F88-CA9C54649DBC}"/>
              </a:ext>
            </a:extLst>
          </p:cNvPr>
          <p:cNvSpPr/>
          <p:nvPr/>
        </p:nvSpPr>
        <p:spPr>
          <a:xfrm rot="10800000" flipH="1">
            <a:off x="5044335" y="2898145"/>
            <a:ext cx="2101753" cy="1751463"/>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chemeClr val="accent3"/>
          </a:solidFill>
          <a:ln w="12700" cap="flat">
            <a:noFill/>
            <a:miter lim="400000"/>
          </a:ln>
          <a:effectLst/>
        </p:spPr>
        <p:txBody>
          <a:bodyPr wrap="square" lIns="0" tIns="0" rIns="0" bIns="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2" b="0" i="0" u="none" strike="noStrike" kern="1200" cap="none" spc="0" normalizeH="0" baseline="0" noProof="0" dirty="0">
              <a:ln>
                <a:noFill/>
              </a:ln>
              <a:solidFill>
                <a:prstClr val="black"/>
              </a:solidFill>
              <a:effectLst/>
              <a:uLnTx/>
              <a:uFillTx/>
              <a:latin typeface="Lato Light" panose="020F0502020204030203" pitchFamily="34" charset="0"/>
              <a:ea typeface="+mn-ea"/>
              <a:cs typeface="+mn-cs"/>
            </a:endParaRPr>
          </a:p>
        </p:txBody>
      </p:sp>
      <p:sp>
        <p:nvSpPr>
          <p:cNvPr id="13" name="Shape 20642">
            <a:extLst>
              <a:ext uri="{FF2B5EF4-FFF2-40B4-BE49-F238E27FC236}">
                <a16:creationId xmlns:a16="http://schemas.microsoft.com/office/drawing/2014/main" id="{2AB22B11-B5F9-1049-884E-6079C670FE64}"/>
              </a:ext>
            </a:extLst>
          </p:cNvPr>
          <p:cNvSpPr/>
          <p:nvPr/>
        </p:nvSpPr>
        <p:spPr>
          <a:xfrm rot="10800000" flipH="1">
            <a:off x="7510665" y="2898145"/>
            <a:ext cx="2101755" cy="1751463"/>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chemeClr val="accent5"/>
          </a:solidFill>
          <a:ln w="12700" cap="flat">
            <a:noFill/>
            <a:miter lim="400000"/>
          </a:ln>
          <a:effectLst/>
        </p:spPr>
        <p:txBody>
          <a:bodyPr wrap="square" lIns="0" tIns="0" rIns="0" bIns="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2" b="0" i="0" u="none" strike="noStrike" kern="1200" cap="none" spc="0" normalizeH="0" baseline="0" noProof="0" dirty="0">
              <a:ln>
                <a:noFill/>
              </a:ln>
              <a:solidFill>
                <a:prstClr val="black"/>
              </a:solidFill>
              <a:effectLst/>
              <a:uLnTx/>
              <a:uFillTx/>
              <a:latin typeface="Lato Light" panose="020F0502020204030203" pitchFamily="34" charset="0"/>
              <a:ea typeface="+mn-ea"/>
              <a:cs typeface="+mn-cs"/>
            </a:endParaRPr>
          </a:p>
        </p:txBody>
      </p:sp>
      <p:sp>
        <p:nvSpPr>
          <p:cNvPr id="11" name="Shape 20645">
            <a:extLst>
              <a:ext uri="{FF2B5EF4-FFF2-40B4-BE49-F238E27FC236}">
                <a16:creationId xmlns:a16="http://schemas.microsoft.com/office/drawing/2014/main" id="{8643D3B7-A096-934D-8ECA-BC9843D43469}"/>
              </a:ext>
            </a:extLst>
          </p:cNvPr>
          <p:cNvSpPr/>
          <p:nvPr/>
        </p:nvSpPr>
        <p:spPr>
          <a:xfrm>
            <a:off x="6277499" y="3553990"/>
            <a:ext cx="2101753" cy="1751462"/>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chemeClr val="accent4"/>
          </a:solidFill>
          <a:ln w="12700" cap="flat">
            <a:noFill/>
            <a:miter lim="400000"/>
          </a:ln>
          <a:effectLst/>
        </p:spPr>
        <p:txBody>
          <a:bodyPr wrap="square" lIns="0" tIns="0" rIns="0" bIns="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2" b="0" i="0" u="none" strike="noStrike" kern="1200" cap="none" spc="0" normalizeH="0" baseline="0" noProof="0" dirty="0">
              <a:ln>
                <a:noFill/>
              </a:ln>
              <a:solidFill>
                <a:prstClr val="black"/>
              </a:solidFill>
              <a:effectLst/>
              <a:uLnTx/>
              <a:uFillTx/>
              <a:latin typeface="Lato Light" panose="020F0502020204030203" pitchFamily="34" charset="0"/>
              <a:ea typeface="+mn-ea"/>
              <a:cs typeface="+mn-cs"/>
            </a:endParaRPr>
          </a:p>
        </p:txBody>
      </p:sp>
      <p:sp>
        <p:nvSpPr>
          <p:cNvPr id="57" name="TextBox 56">
            <a:hlinkClick r:id="rId2" action="ppaction://hlinksldjump"/>
            <a:extLst>
              <a:ext uri="{FF2B5EF4-FFF2-40B4-BE49-F238E27FC236}">
                <a16:creationId xmlns:a16="http://schemas.microsoft.com/office/drawing/2014/main" id="{9F81AC27-2DDF-AC49-AF59-B96BEC07D36A}"/>
              </a:ext>
            </a:extLst>
          </p:cNvPr>
          <p:cNvSpPr txBox="1"/>
          <p:nvPr/>
        </p:nvSpPr>
        <p:spPr>
          <a:xfrm>
            <a:off x="8608000" y="5305452"/>
            <a:ext cx="2101754" cy="584775"/>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E2841"/>
                </a:solidFill>
                <a:effectLst/>
                <a:uLnTx/>
                <a:uFillTx/>
                <a:latin typeface="Poppins" pitchFamily="2" charset="77"/>
                <a:ea typeface="+mn-ea"/>
                <a:cs typeface="Poppins" pitchFamily="2" charset="77"/>
              </a:rPr>
              <a:t>Security Product Development</a:t>
            </a:r>
          </a:p>
        </p:txBody>
      </p:sp>
      <p:sp>
        <p:nvSpPr>
          <p:cNvPr id="61" name="TextBox 60">
            <a:hlinkClick r:id="rId3" action="ppaction://hlinksldjump"/>
            <a:extLst>
              <a:ext uri="{FF2B5EF4-FFF2-40B4-BE49-F238E27FC236}">
                <a16:creationId xmlns:a16="http://schemas.microsoft.com/office/drawing/2014/main" id="{6CFA949F-092F-2949-8B2C-73CA64C54834}"/>
              </a:ext>
            </a:extLst>
          </p:cNvPr>
          <p:cNvSpPr txBox="1"/>
          <p:nvPr/>
        </p:nvSpPr>
        <p:spPr>
          <a:xfrm>
            <a:off x="1077726" y="5218804"/>
            <a:ext cx="2368866" cy="830997"/>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E" sz="1600" b="1" dirty="0">
                <a:solidFill>
                  <a:srgbClr val="0E2841"/>
                </a:solidFill>
                <a:latin typeface="Poppins" pitchFamily="2" charset="77"/>
                <a:cs typeface="Poppins" pitchFamily="2" charset="77"/>
              </a:rPr>
              <a:t>Vulnerability Management &amp; Penetration Testing </a:t>
            </a:r>
            <a:endParaRPr lang="en-US" sz="1600" b="1" dirty="0">
              <a:solidFill>
                <a:srgbClr val="0E2841"/>
              </a:solidFill>
              <a:latin typeface="Poppins" pitchFamily="2" charset="77"/>
              <a:cs typeface="Poppins" pitchFamily="2" charset="77"/>
            </a:endParaRPr>
          </a:p>
        </p:txBody>
      </p:sp>
      <p:sp>
        <p:nvSpPr>
          <p:cNvPr id="65" name="TextBox 64">
            <a:hlinkClick r:id="rId4" action="ppaction://hlinksldjump"/>
            <a:extLst>
              <a:ext uri="{FF2B5EF4-FFF2-40B4-BE49-F238E27FC236}">
                <a16:creationId xmlns:a16="http://schemas.microsoft.com/office/drawing/2014/main" id="{B7F5325B-989C-6042-AC1D-D2AD4B7F4738}"/>
              </a:ext>
            </a:extLst>
          </p:cNvPr>
          <p:cNvSpPr txBox="1"/>
          <p:nvPr/>
        </p:nvSpPr>
        <p:spPr>
          <a:xfrm>
            <a:off x="9065200" y="1593087"/>
            <a:ext cx="2101755" cy="666144"/>
          </a:xfrm>
          <a:prstGeom prst="rect">
            <a:avLst/>
          </a:prstGeom>
          <a:noFill/>
        </p:spPr>
        <p:txBody>
          <a:bodyPr wrap="square" rtlCol="0" anchor="b">
            <a:spAutoFit/>
          </a:bodyPr>
          <a:lstStyle/>
          <a:p>
            <a:pPr marL="6350" marR="1905" indent="-6350" algn="ctr">
              <a:lnSpc>
                <a:spcPct val="107000"/>
              </a:lnSpc>
              <a:spcAft>
                <a:spcPts val="0"/>
              </a:spcAft>
            </a:pPr>
            <a:r>
              <a:rPr lang="en-AE" sz="1800" b="1" kern="100" dirty="0">
                <a:solidFill>
                  <a:srgbClr val="0F4761"/>
                </a:solidFill>
                <a:effectLst/>
                <a:latin typeface="Amasis MT Pro" panose="02040504050005020304" pitchFamily="18" charset="77"/>
                <a:ea typeface="Amasis MT Pro" panose="02040504050005020304" pitchFamily="18" charset="77"/>
                <a:cs typeface="Amasis MT Pro" panose="02040504050005020304" pitchFamily="18" charset="77"/>
              </a:rPr>
              <a:t>Managed Security Services </a:t>
            </a:r>
          </a:p>
        </p:txBody>
      </p:sp>
      <p:sp>
        <p:nvSpPr>
          <p:cNvPr id="68" name="TextBox 67">
            <a:extLst>
              <a:ext uri="{FF2B5EF4-FFF2-40B4-BE49-F238E27FC236}">
                <a16:creationId xmlns:a16="http://schemas.microsoft.com/office/drawing/2014/main" id="{FC4DFB66-B1A4-3444-BC40-6E67CEF4E5FF}"/>
              </a:ext>
            </a:extLst>
          </p:cNvPr>
          <p:cNvSpPr txBox="1"/>
          <p:nvPr/>
        </p:nvSpPr>
        <p:spPr>
          <a:xfrm>
            <a:off x="2898853" y="1686551"/>
            <a:ext cx="227948" cy="338554"/>
          </a:xfrm>
          <a:prstGeom prst="rect">
            <a:avLst/>
          </a:prstGeom>
          <a:noFill/>
        </p:spPr>
        <p:txBody>
          <a:bodyPr wrap="none"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E2841"/>
                </a:solidFill>
                <a:effectLst/>
                <a:uLnTx/>
                <a:uFillTx/>
                <a:latin typeface="Poppins" pitchFamily="2" charset="77"/>
                <a:ea typeface="+mn-ea"/>
                <a:cs typeface="Poppins" pitchFamily="2" charset="77"/>
              </a:rPr>
              <a:t> </a:t>
            </a:r>
          </a:p>
        </p:txBody>
      </p:sp>
      <p:sp>
        <p:nvSpPr>
          <p:cNvPr id="71" name="TextBox 70">
            <a:hlinkClick r:id="rId5" action="ppaction://hlinksldjump"/>
            <a:extLst>
              <a:ext uri="{FF2B5EF4-FFF2-40B4-BE49-F238E27FC236}">
                <a16:creationId xmlns:a16="http://schemas.microsoft.com/office/drawing/2014/main" id="{3894C692-7EF4-4C44-9DC7-7E7780F9F8A9}"/>
              </a:ext>
            </a:extLst>
          </p:cNvPr>
          <p:cNvSpPr txBox="1"/>
          <p:nvPr/>
        </p:nvSpPr>
        <p:spPr>
          <a:xfrm>
            <a:off x="5068129" y="2007836"/>
            <a:ext cx="2194833" cy="338554"/>
          </a:xfrm>
          <a:prstGeom prst="rect">
            <a:avLst/>
          </a:prstGeom>
          <a:noFill/>
        </p:spPr>
        <p:txBody>
          <a:bodyPr wrap="non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E" sz="1600" b="1" dirty="0">
                <a:solidFill>
                  <a:srgbClr val="0E2841"/>
                </a:solidFill>
                <a:latin typeface="Poppins" pitchFamily="2" charset="77"/>
                <a:cs typeface="Poppins" pitchFamily="2" charset="77"/>
              </a:rPr>
              <a:t>Security Programs </a:t>
            </a:r>
            <a:endParaRPr lang="en-US" sz="1600" b="1" dirty="0">
              <a:solidFill>
                <a:srgbClr val="0E2841"/>
              </a:solidFill>
              <a:latin typeface="Poppins" pitchFamily="2" charset="77"/>
              <a:cs typeface="Poppins" pitchFamily="2" charset="77"/>
            </a:endParaRPr>
          </a:p>
        </p:txBody>
      </p:sp>
      <p:sp>
        <p:nvSpPr>
          <p:cNvPr id="12" name="TextBox 11">
            <a:hlinkClick r:id="rId6" action="ppaction://hlinksldjump"/>
            <a:extLst>
              <a:ext uri="{FF2B5EF4-FFF2-40B4-BE49-F238E27FC236}">
                <a16:creationId xmlns:a16="http://schemas.microsoft.com/office/drawing/2014/main" id="{C0AD05F5-5027-6CED-6EED-101E712BCE17}"/>
              </a:ext>
            </a:extLst>
          </p:cNvPr>
          <p:cNvSpPr txBox="1"/>
          <p:nvPr/>
        </p:nvSpPr>
        <p:spPr>
          <a:xfrm>
            <a:off x="519799" y="1497952"/>
            <a:ext cx="2746093" cy="830997"/>
          </a:xfrm>
          <a:prstGeom prst="rect">
            <a:avLst/>
          </a:prstGeom>
          <a:noFill/>
        </p:spPr>
        <p:txBody>
          <a:bodyPr wrap="square">
            <a:spAutoFit/>
          </a:bodyPr>
          <a:lstStyle/>
          <a:p>
            <a:pPr algn="ctr"/>
            <a:r>
              <a:rPr lang="en-US" sz="1600" b="1" dirty="0">
                <a:solidFill>
                  <a:srgbClr val="0E2841"/>
                </a:solidFill>
                <a:latin typeface="Poppins" pitchFamily="2" charset="77"/>
                <a:cs typeface="Poppins" pitchFamily="2" charset="77"/>
              </a:rPr>
              <a:t>Security Consultation &amp; Implementation of Industry Standards</a:t>
            </a:r>
            <a:endParaRPr lang="en-AE" sz="1600" b="1" dirty="0">
              <a:solidFill>
                <a:srgbClr val="0E2841"/>
              </a:solidFill>
              <a:latin typeface="Poppins" pitchFamily="2" charset="77"/>
              <a:cs typeface="Poppins" pitchFamily="2" charset="77"/>
            </a:endParaRPr>
          </a:p>
        </p:txBody>
      </p:sp>
      <p:pic>
        <p:nvPicPr>
          <p:cNvPr id="16" name="Graphic 15" descr="Programmer male outline">
            <a:extLst>
              <a:ext uri="{FF2B5EF4-FFF2-40B4-BE49-F238E27FC236}">
                <a16:creationId xmlns:a16="http://schemas.microsoft.com/office/drawing/2014/main" id="{3743CD6E-FC15-BA93-6010-29B68A74770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165284" y="2984794"/>
            <a:ext cx="914400" cy="914400"/>
          </a:xfrm>
          <a:prstGeom prst="rect">
            <a:avLst/>
          </a:prstGeom>
        </p:spPr>
      </p:pic>
      <p:pic>
        <p:nvPicPr>
          <p:cNvPr id="20" name="Graphic 19" descr="Shield Tick with solid fill">
            <a:extLst>
              <a:ext uri="{FF2B5EF4-FFF2-40B4-BE49-F238E27FC236}">
                <a16:creationId xmlns:a16="http://schemas.microsoft.com/office/drawing/2014/main" id="{33F9964D-BB3F-3079-A1DF-6BFBFCF373D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638800" y="2971800"/>
            <a:ext cx="914400" cy="914400"/>
          </a:xfrm>
          <a:prstGeom prst="rect">
            <a:avLst/>
          </a:prstGeom>
        </p:spPr>
      </p:pic>
      <p:pic>
        <p:nvPicPr>
          <p:cNvPr id="1031" name="Picture 7" descr="Managed Security Services | IT &amp; Cybersecurity Consulting Services">
            <a:extLst>
              <a:ext uri="{FF2B5EF4-FFF2-40B4-BE49-F238E27FC236}">
                <a16:creationId xmlns:a16="http://schemas.microsoft.com/office/drawing/2014/main" id="{6297A77C-5EF9-CA70-B0A2-AE8FDA8F3B4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45592" y="2915075"/>
            <a:ext cx="1124815" cy="1124815"/>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Network Security VA/PT - CyberSRC">
            <a:extLst>
              <a:ext uri="{FF2B5EF4-FFF2-40B4-BE49-F238E27FC236}">
                <a16:creationId xmlns:a16="http://schemas.microsoft.com/office/drawing/2014/main" id="{39CAD8EE-5700-DB63-175F-7DE4101E80F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83319" y="4227385"/>
            <a:ext cx="1023090" cy="1023090"/>
          </a:xfrm>
          <a:prstGeom prst="rect">
            <a:avLst/>
          </a:prstGeom>
          <a:noFill/>
          <a:extLst>
            <a:ext uri="{909E8E84-426E-40DD-AFC4-6F175D3DCCD1}">
              <a14:hiddenFill xmlns:a14="http://schemas.microsoft.com/office/drawing/2010/main">
                <a:solidFill>
                  <a:srgbClr val="FFFFFF"/>
                </a:solidFill>
              </a14:hiddenFill>
            </a:ext>
          </a:extLst>
        </p:spPr>
      </p:pic>
      <p:pic>
        <p:nvPicPr>
          <p:cNvPr id="23" name="Graphic 22" descr="Business Growth with solid fill">
            <a:extLst>
              <a:ext uri="{FF2B5EF4-FFF2-40B4-BE49-F238E27FC236}">
                <a16:creationId xmlns:a16="http://schemas.microsoft.com/office/drawing/2014/main" id="{88A7A540-9425-7022-3DE5-7FCFDC793BD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848272" y="4303370"/>
            <a:ext cx="914400" cy="914400"/>
          </a:xfrm>
          <a:prstGeom prst="rect">
            <a:avLst/>
          </a:prstGeom>
        </p:spPr>
      </p:pic>
    </p:spTree>
    <p:extLst>
      <p:ext uri="{BB962C8B-B14F-4D97-AF65-F5344CB8AC3E}">
        <p14:creationId xmlns:p14="http://schemas.microsoft.com/office/powerpoint/2010/main" val="21330681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55666830-9A19-4E01-8505-D6C7F9AC5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DDDBE11B-55C6-0346-6E4D-CAEA831FD1E1}"/>
              </a:ext>
            </a:extLst>
          </p:cNvPr>
          <p:cNvPicPr>
            <a:picLocks noChangeAspect="1"/>
          </p:cNvPicPr>
          <p:nvPr/>
        </p:nvPicPr>
        <p:blipFill rotWithShape="1">
          <a:blip r:embed="rId2"/>
          <a:srcRect l="11615"/>
          <a:stretch/>
        </p:blipFill>
        <p:spPr>
          <a:xfrm>
            <a:off x="4110127" y="10"/>
            <a:ext cx="8081873" cy="6857990"/>
          </a:xfrm>
          <a:custGeom>
            <a:avLst/>
            <a:gdLst/>
            <a:ahLst/>
            <a:cxnLst/>
            <a:rect l="l" t="t" r="r" b="b"/>
            <a:pathLst>
              <a:path w="8081873" h="6858000">
                <a:moveTo>
                  <a:pt x="0" y="0"/>
                </a:moveTo>
                <a:lnTo>
                  <a:pt x="8081873" y="0"/>
                </a:lnTo>
                <a:lnTo>
                  <a:pt x="8081873" y="6858000"/>
                </a:lnTo>
                <a:lnTo>
                  <a:pt x="0" y="6858000"/>
                </a:lnTo>
                <a:lnTo>
                  <a:pt x="68897" y="6734633"/>
                </a:lnTo>
                <a:cubicBezTo>
                  <a:pt x="558802" y="5812845"/>
                  <a:pt x="848920" y="4668597"/>
                  <a:pt x="848920" y="3429000"/>
                </a:cubicBezTo>
                <a:cubicBezTo>
                  <a:pt x="848920" y="2189404"/>
                  <a:pt x="558802" y="1045156"/>
                  <a:pt x="68897" y="123368"/>
                </a:cubicBezTo>
                <a:close/>
              </a:path>
            </a:pathLst>
          </a:custGeom>
        </p:spPr>
      </p:pic>
      <p:sp useBgFill="1">
        <p:nvSpPr>
          <p:cNvPr id="28" name="Freeform: Shape 27">
            <a:extLst>
              <a:ext uri="{FF2B5EF4-FFF2-40B4-BE49-F238E27FC236}">
                <a16:creationId xmlns:a16="http://schemas.microsoft.com/office/drawing/2014/main" id="{AE9FC877-7FB6-4D22-9988-35420644E2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0" name="Freeform: Shape 29">
            <a:extLst>
              <a:ext uri="{FF2B5EF4-FFF2-40B4-BE49-F238E27FC236}">
                <a16:creationId xmlns:a16="http://schemas.microsoft.com/office/drawing/2014/main" id="{E41809D1-F12E-46BB-B804-5F209D325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TextBox 20">
            <a:hlinkClick r:id="rId3" action="ppaction://hlinksldjump"/>
            <a:extLst>
              <a:ext uri="{FF2B5EF4-FFF2-40B4-BE49-F238E27FC236}">
                <a16:creationId xmlns:a16="http://schemas.microsoft.com/office/drawing/2014/main" id="{F684CFBB-3E77-5E39-750E-C9181E4E9B82}"/>
              </a:ext>
            </a:extLst>
          </p:cNvPr>
          <p:cNvSpPr txBox="1"/>
          <p:nvPr/>
        </p:nvSpPr>
        <p:spPr>
          <a:xfrm>
            <a:off x="477981" y="1122363"/>
            <a:ext cx="4023360" cy="320413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400" b="1" dirty="0">
                <a:latin typeface="+mj-lt"/>
                <a:ea typeface="+mj-ea"/>
                <a:cs typeface="+mj-cs"/>
              </a:rPr>
              <a:t>Security Consultation &amp; Implementation of Industry Standards</a:t>
            </a:r>
          </a:p>
        </p:txBody>
      </p:sp>
      <p:sp>
        <p:nvSpPr>
          <p:cNvPr id="32" name="Rectangle 3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07124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7F8D892-6746-BA95-0468-41467CE9AC77}"/>
              </a:ext>
            </a:extLst>
          </p:cNvPr>
          <p:cNvGrpSpPr/>
          <p:nvPr/>
        </p:nvGrpSpPr>
        <p:grpSpPr>
          <a:xfrm>
            <a:off x="184410" y="256478"/>
            <a:ext cx="10052410" cy="1928486"/>
            <a:chOff x="429736" y="835118"/>
            <a:chExt cx="11332528" cy="2253095"/>
          </a:xfrm>
        </p:grpSpPr>
        <p:sp>
          <p:nvSpPr>
            <p:cNvPr id="3" name="Shape 5979">
              <a:extLst>
                <a:ext uri="{FF2B5EF4-FFF2-40B4-BE49-F238E27FC236}">
                  <a16:creationId xmlns:a16="http://schemas.microsoft.com/office/drawing/2014/main" id="{69EBA52F-3BAD-D447-9207-CAF0C89EBDD0}"/>
                </a:ext>
              </a:extLst>
            </p:cNvPr>
            <p:cNvSpPr/>
            <p:nvPr/>
          </p:nvSpPr>
          <p:spPr>
            <a:xfrm>
              <a:off x="429736" y="835118"/>
              <a:ext cx="11332528" cy="2253095"/>
            </a:xfrm>
            <a:prstGeom prst="rightArrow">
              <a:avLst>
                <a:gd name="adj1" fmla="val 53640"/>
                <a:gd name="adj2" fmla="val 44103"/>
              </a:avLst>
            </a:prstGeom>
            <a:solidFill>
              <a:schemeClr val="bg1">
                <a:lumMod val="95000"/>
              </a:schemeClr>
            </a:solidFill>
            <a:ln w="12700" cap="flat">
              <a:noFill/>
              <a:miter lim="400000"/>
            </a:ln>
            <a:effectLst/>
          </p:spPr>
          <p:txBody>
            <a:bodyPr wrap="square" lIns="26789" tIns="26789" rIns="26789" bIns="26789" numCol="1" anchor="ctr">
              <a:noAutofit/>
            </a:bodyPr>
            <a:lstStyle/>
            <a:p>
              <a:endParaRPr sz="2532">
                <a:latin typeface="Lato Light" panose="020F0502020204030203" pitchFamily="34" charset="0"/>
              </a:endParaRPr>
            </a:p>
          </p:txBody>
        </p:sp>
        <p:sp>
          <p:nvSpPr>
            <p:cNvPr id="11" name="Shape 5980">
              <a:extLst>
                <a:ext uri="{FF2B5EF4-FFF2-40B4-BE49-F238E27FC236}">
                  <a16:creationId xmlns:a16="http://schemas.microsoft.com/office/drawing/2014/main" id="{52C5EEB0-505C-864C-8703-48C749DDC4CF}"/>
                </a:ext>
              </a:extLst>
            </p:cNvPr>
            <p:cNvSpPr/>
            <p:nvPr/>
          </p:nvSpPr>
          <p:spPr>
            <a:xfrm>
              <a:off x="4971798" y="835118"/>
              <a:ext cx="2248404" cy="2248405"/>
            </a:xfrm>
            <a:prstGeom prst="ellipse">
              <a:avLst/>
            </a:prstGeom>
            <a:solidFill>
              <a:schemeClr val="accent2"/>
            </a:solid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noAutofit/>
            </a:bodyPr>
            <a:lstStyle>
              <a:lvl1pPr>
                <a:lnSpc>
                  <a:spcPct val="90000"/>
                </a:lnSpc>
                <a:defRPr sz="4000">
                  <a:solidFill>
                    <a:srgbClr val="FFFFFF"/>
                  </a:solidFill>
                </a:defRPr>
              </a:lvl1pPr>
            </a:lstStyle>
            <a:p>
              <a:endParaRPr sz="2813">
                <a:latin typeface="Lato Light" panose="020F0502020204030203" pitchFamily="34" charset="0"/>
              </a:endParaRPr>
            </a:p>
          </p:txBody>
        </p:sp>
        <p:sp>
          <p:nvSpPr>
            <p:cNvPr id="9" name="Shape 5983">
              <a:extLst>
                <a:ext uri="{FF2B5EF4-FFF2-40B4-BE49-F238E27FC236}">
                  <a16:creationId xmlns:a16="http://schemas.microsoft.com/office/drawing/2014/main" id="{F940A2EC-7F20-AD44-8452-D4C578444B6A}"/>
                </a:ext>
              </a:extLst>
            </p:cNvPr>
            <p:cNvSpPr/>
            <p:nvPr/>
          </p:nvSpPr>
          <p:spPr>
            <a:xfrm>
              <a:off x="1742697" y="835118"/>
              <a:ext cx="2248405" cy="2248405"/>
            </a:xfrm>
            <a:prstGeom prst="ellipse">
              <a:avLst/>
            </a:prstGeom>
            <a:solidFill>
              <a:schemeClr val="accent1"/>
            </a:solid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noAutofit/>
            </a:bodyPr>
            <a:lstStyle>
              <a:lvl1pPr>
                <a:lnSpc>
                  <a:spcPct val="90000"/>
                </a:lnSpc>
                <a:defRPr sz="4000">
                  <a:solidFill>
                    <a:srgbClr val="FFFFFF"/>
                  </a:solidFill>
                </a:defRPr>
              </a:lvl1pPr>
            </a:lstStyle>
            <a:p>
              <a:endParaRPr sz="2813">
                <a:latin typeface="Lato Light" panose="020F0502020204030203" pitchFamily="34" charset="0"/>
              </a:endParaRPr>
            </a:p>
          </p:txBody>
        </p:sp>
        <p:sp>
          <p:nvSpPr>
            <p:cNvPr id="7" name="Shape 5986">
              <a:extLst>
                <a:ext uri="{FF2B5EF4-FFF2-40B4-BE49-F238E27FC236}">
                  <a16:creationId xmlns:a16="http://schemas.microsoft.com/office/drawing/2014/main" id="{5EEE22C8-E16E-0942-9454-0C2C05C4F63D}"/>
                </a:ext>
              </a:extLst>
            </p:cNvPr>
            <p:cNvSpPr/>
            <p:nvPr/>
          </p:nvSpPr>
          <p:spPr>
            <a:xfrm>
              <a:off x="8200898" y="835118"/>
              <a:ext cx="2248405" cy="2248405"/>
            </a:xfrm>
            <a:prstGeom prst="ellipse">
              <a:avLst/>
            </a:prstGeom>
            <a:solidFill>
              <a:schemeClr val="accent3"/>
            </a:solid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noAutofit/>
            </a:bodyPr>
            <a:lstStyle>
              <a:lvl1pPr>
                <a:lnSpc>
                  <a:spcPct val="90000"/>
                </a:lnSpc>
                <a:defRPr sz="4000">
                  <a:solidFill>
                    <a:srgbClr val="FFFFFF"/>
                  </a:solidFill>
                </a:defRPr>
              </a:lvl1pPr>
            </a:lstStyle>
            <a:p>
              <a:endParaRPr sz="2813">
                <a:latin typeface="Lato Light" panose="020F0502020204030203" pitchFamily="34" charset="0"/>
              </a:endParaRPr>
            </a:p>
          </p:txBody>
        </p:sp>
        <p:sp>
          <p:nvSpPr>
            <p:cNvPr id="16" name="TextBox 15">
              <a:extLst>
                <a:ext uri="{FF2B5EF4-FFF2-40B4-BE49-F238E27FC236}">
                  <a16:creationId xmlns:a16="http://schemas.microsoft.com/office/drawing/2014/main" id="{27F3B32E-CF10-424E-B24C-8D79D5CC4B8D}"/>
                </a:ext>
              </a:extLst>
            </p:cNvPr>
            <p:cNvSpPr txBox="1"/>
            <p:nvPr/>
          </p:nvSpPr>
          <p:spPr>
            <a:xfrm>
              <a:off x="1822467" y="1543821"/>
              <a:ext cx="2154902" cy="830997"/>
            </a:xfrm>
            <a:prstGeom prst="rect">
              <a:avLst/>
            </a:prstGeom>
            <a:noFill/>
          </p:spPr>
          <p:txBody>
            <a:bodyPr wrap="square" rtlCol="0" anchor="ctr">
              <a:spAutoFit/>
            </a:bodyPr>
            <a:lstStyle/>
            <a:p>
              <a:pPr algn="ctr"/>
              <a:r>
                <a:rPr lang="en-US" sz="1200" b="1">
                  <a:solidFill>
                    <a:schemeClr val="bg1"/>
                  </a:solidFill>
                  <a:latin typeface="Poppins" pitchFamily="2" charset="77"/>
                  <a:cs typeface="Poppins" pitchFamily="2" charset="77"/>
                </a:rPr>
                <a:t>ISO/IEC 27001 International standard to manage information security </a:t>
              </a:r>
            </a:p>
          </p:txBody>
        </p:sp>
        <p:sp>
          <p:nvSpPr>
            <p:cNvPr id="17" name="TextBox 16">
              <a:extLst>
                <a:ext uri="{FF2B5EF4-FFF2-40B4-BE49-F238E27FC236}">
                  <a16:creationId xmlns:a16="http://schemas.microsoft.com/office/drawing/2014/main" id="{8B1EB433-3BA9-8F47-A0C4-60DD09BC4192}"/>
                </a:ext>
              </a:extLst>
            </p:cNvPr>
            <p:cNvSpPr txBox="1"/>
            <p:nvPr/>
          </p:nvSpPr>
          <p:spPr>
            <a:xfrm>
              <a:off x="5065300" y="1624399"/>
              <a:ext cx="2154902" cy="646331"/>
            </a:xfrm>
            <a:prstGeom prst="rect">
              <a:avLst/>
            </a:prstGeom>
            <a:noFill/>
          </p:spPr>
          <p:txBody>
            <a:bodyPr wrap="square" rtlCol="0" anchor="ctr">
              <a:spAutoFit/>
            </a:bodyPr>
            <a:lstStyle>
              <a:defPPr>
                <a:defRPr lang="en-AE"/>
              </a:defPPr>
              <a:lvl1pPr algn="ctr">
                <a:defRPr sz="1200" b="1">
                  <a:solidFill>
                    <a:schemeClr val="bg1"/>
                  </a:solidFill>
                  <a:latin typeface="Poppins" pitchFamily="2" charset="77"/>
                  <a:cs typeface="Poppins" pitchFamily="2" charset="77"/>
                </a:defRPr>
              </a:lvl1pPr>
            </a:lstStyle>
            <a:p>
              <a:r>
                <a:rPr lang="en-AE"/>
                <a:t>NESA Compliance- National Electronic Security Authority </a:t>
              </a:r>
              <a:endParaRPr lang="en-US"/>
            </a:p>
          </p:txBody>
        </p:sp>
        <p:sp>
          <p:nvSpPr>
            <p:cNvPr id="18" name="TextBox 17">
              <a:extLst>
                <a:ext uri="{FF2B5EF4-FFF2-40B4-BE49-F238E27FC236}">
                  <a16:creationId xmlns:a16="http://schemas.microsoft.com/office/drawing/2014/main" id="{5DD71637-7B03-B44C-B5AE-0CAAD3A5AF56}"/>
                </a:ext>
              </a:extLst>
            </p:cNvPr>
            <p:cNvSpPr txBox="1"/>
            <p:nvPr/>
          </p:nvSpPr>
          <p:spPr>
            <a:xfrm>
              <a:off x="8392573" y="1620499"/>
              <a:ext cx="1808807" cy="646331"/>
            </a:xfrm>
            <a:prstGeom prst="rect">
              <a:avLst/>
            </a:prstGeom>
            <a:noFill/>
          </p:spPr>
          <p:txBody>
            <a:bodyPr wrap="square" rtlCol="0" anchor="ctr">
              <a:spAutoFit/>
            </a:bodyPr>
            <a:lstStyle>
              <a:defPPr>
                <a:defRPr lang="en-AE"/>
              </a:defPPr>
              <a:lvl1pPr algn="ctr">
                <a:defRPr sz="1200" b="1">
                  <a:solidFill>
                    <a:schemeClr val="bg1"/>
                  </a:solidFill>
                  <a:latin typeface="Poppins" pitchFamily="2" charset="77"/>
                  <a:cs typeface="Poppins" pitchFamily="2" charset="77"/>
                </a:defRPr>
              </a:lvl1pPr>
            </a:lstStyle>
            <a:p>
              <a:r>
                <a:rPr lang="en-AE"/>
                <a:t>PCI-DSS Payment Card Industry Data Security Standard </a:t>
              </a:r>
              <a:endParaRPr lang="en-US"/>
            </a:p>
          </p:txBody>
        </p:sp>
      </p:grpSp>
      <p:sp>
        <p:nvSpPr>
          <p:cNvPr id="23" name="TextBox 22">
            <a:hlinkClick r:id="rId2" action="ppaction://hlinksldjump"/>
            <a:extLst>
              <a:ext uri="{FF2B5EF4-FFF2-40B4-BE49-F238E27FC236}">
                <a16:creationId xmlns:a16="http://schemas.microsoft.com/office/drawing/2014/main" id="{0C65A4B0-6C72-4746-AF6A-322D048CD81D}"/>
              </a:ext>
            </a:extLst>
          </p:cNvPr>
          <p:cNvSpPr txBox="1"/>
          <p:nvPr/>
        </p:nvSpPr>
        <p:spPr>
          <a:xfrm>
            <a:off x="10214639" y="535097"/>
            <a:ext cx="1784195" cy="1340432"/>
          </a:xfrm>
          <a:prstGeom prst="rect">
            <a:avLst/>
          </a:prstGeom>
          <a:noFill/>
        </p:spPr>
        <p:txBody>
          <a:bodyPr wrap="square" rtlCol="0">
            <a:spAutoFit/>
          </a:bodyPr>
          <a:lstStyle/>
          <a:p>
            <a:pPr algn="ctr">
              <a:lnSpc>
                <a:spcPct val="90000"/>
              </a:lnSpc>
              <a:spcBef>
                <a:spcPct val="0"/>
              </a:spcBef>
              <a:spcAft>
                <a:spcPts val="600"/>
              </a:spcAft>
            </a:pPr>
            <a:r>
              <a:rPr lang="en-US" b="1" dirty="0">
                <a:latin typeface="+mj-lt"/>
                <a:ea typeface="+mj-ea"/>
                <a:cs typeface="+mj-cs"/>
              </a:rPr>
              <a:t>Security Consultation &amp; Implementation of Industry Standards</a:t>
            </a:r>
          </a:p>
        </p:txBody>
      </p:sp>
      <p:sp>
        <p:nvSpPr>
          <p:cNvPr id="5" name="TextBox 4">
            <a:extLst>
              <a:ext uri="{FF2B5EF4-FFF2-40B4-BE49-F238E27FC236}">
                <a16:creationId xmlns:a16="http://schemas.microsoft.com/office/drawing/2014/main" id="{835C77D5-CB37-A7F8-EF67-858C09E1B0A1}"/>
              </a:ext>
            </a:extLst>
          </p:cNvPr>
          <p:cNvSpPr txBox="1"/>
          <p:nvPr/>
        </p:nvSpPr>
        <p:spPr>
          <a:xfrm>
            <a:off x="297344" y="2299584"/>
            <a:ext cx="3046141" cy="369332"/>
          </a:xfrm>
          <a:prstGeom prst="rect">
            <a:avLst/>
          </a:prstGeom>
          <a:noFill/>
        </p:spPr>
        <p:txBody>
          <a:bodyPr wrap="square">
            <a:spAutoFit/>
          </a:bodyPr>
          <a:lstStyle/>
          <a:p>
            <a:r>
              <a:rPr lang="en-AE" sz="1800" b="1" dirty="0">
                <a:solidFill>
                  <a:srgbClr val="156082"/>
                </a:solidFill>
                <a:effectLst/>
                <a:latin typeface="Amasis MT Pro" panose="02040504050005020304" pitchFamily="18" charset="77"/>
                <a:ea typeface="Amasis MT Pro" panose="02040504050005020304" pitchFamily="18" charset="77"/>
                <a:cs typeface="Amasis MT Pro" panose="02040504050005020304" pitchFamily="18" charset="77"/>
              </a:rPr>
              <a:t>Assessment Methodology</a:t>
            </a:r>
            <a:r>
              <a:rPr lang="en-AE" dirty="0">
                <a:effectLst/>
              </a:rPr>
              <a:t> </a:t>
            </a:r>
            <a:endParaRPr lang="en-AE" dirty="0"/>
          </a:p>
        </p:txBody>
      </p:sp>
      <p:sp>
        <p:nvSpPr>
          <p:cNvPr id="8" name="TextBox 7">
            <a:extLst>
              <a:ext uri="{FF2B5EF4-FFF2-40B4-BE49-F238E27FC236}">
                <a16:creationId xmlns:a16="http://schemas.microsoft.com/office/drawing/2014/main" id="{CC8DFC51-2DD4-A650-C348-1D4D07CCBD4E}"/>
              </a:ext>
            </a:extLst>
          </p:cNvPr>
          <p:cNvSpPr txBox="1"/>
          <p:nvPr/>
        </p:nvSpPr>
        <p:spPr>
          <a:xfrm>
            <a:off x="961750" y="2845724"/>
            <a:ext cx="1343720" cy="430887"/>
          </a:xfrm>
          <a:prstGeom prst="rect">
            <a:avLst/>
          </a:prstGeom>
          <a:noFill/>
        </p:spPr>
        <p:txBody>
          <a:bodyPr wrap="square">
            <a:spAutoFit/>
          </a:bodyPr>
          <a:lstStyle/>
          <a:p>
            <a:pPr algn="ctr"/>
            <a:r>
              <a:rPr lang="en-AE" sz="1100" b="1"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Comprehensive Assessment</a:t>
            </a:r>
            <a:r>
              <a:rPr lang="en-AE" sz="1100" dirty="0">
                <a:effectLst/>
              </a:rPr>
              <a:t> </a:t>
            </a:r>
            <a:endParaRPr lang="en-AE" sz="1100" dirty="0"/>
          </a:p>
        </p:txBody>
      </p:sp>
      <p:sp>
        <p:nvSpPr>
          <p:cNvPr id="10" name="Left Arrow 9">
            <a:extLst>
              <a:ext uri="{FF2B5EF4-FFF2-40B4-BE49-F238E27FC236}">
                <a16:creationId xmlns:a16="http://schemas.microsoft.com/office/drawing/2014/main" id="{EE88BA9C-C250-44F4-D32A-E28E2AE732B2}"/>
              </a:ext>
            </a:extLst>
          </p:cNvPr>
          <p:cNvSpPr/>
          <p:nvPr/>
        </p:nvSpPr>
        <p:spPr>
          <a:xfrm rot="10800000">
            <a:off x="2558123" y="2721055"/>
            <a:ext cx="546410" cy="68022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22" name="TextBox 21">
            <a:extLst>
              <a:ext uri="{FF2B5EF4-FFF2-40B4-BE49-F238E27FC236}">
                <a16:creationId xmlns:a16="http://schemas.microsoft.com/office/drawing/2014/main" id="{DA859FAD-B223-ADB5-55C5-14B362E135B2}"/>
              </a:ext>
            </a:extLst>
          </p:cNvPr>
          <p:cNvSpPr txBox="1"/>
          <p:nvPr/>
        </p:nvSpPr>
        <p:spPr>
          <a:xfrm>
            <a:off x="3490310" y="2833901"/>
            <a:ext cx="1577897" cy="442709"/>
          </a:xfrm>
          <a:prstGeom prst="rect">
            <a:avLst/>
          </a:prstGeom>
          <a:noFill/>
        </p:spPr>
        <p:txBody>
          <a:bodyPr wrap="square">
            <a:spAutoFit/>
          </a:bodyPr>
          <a:lstStyle>
            <a:defPPr>
              <a:defRPr lang="en-AE"/>
            </a:defPPr>
            <a:lvl1pPr algn="ctr">
              <a:defRPr sz="1100" b="1">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defRPr>
            </a:lvl1pPr>
          </a:lstStyle>
          <a:p>
            <a:r>
              <a:rPr lang="en-AE" dirty="0"/>
              <a:t>Regulatory Compliance </a:t>
            </a:r>
          </a:p>
        </p:txBody>
      </p:sp>
      <p:sp>
        <p:nvSpPr>
          <p:cNvPr id="25" name="Left Arrow 24">
            <a:extLst>
              <a:ext uri="{FF2B5EF4-FFF2-40B4-BE49-F238E27FC236}">
                <a16:creationId xmlns:a16="http://schemas.microsoft.com/office/drawing/2014/main" id="{5062ADB3-11E7-619F-0AA7-00870553EC10}"/>
              </a:ext>
            </a:extLst>
          </p:cNvPr>
          <p:cNvSpPr/>
          <p:nvPr/>
        </p:nvSpPr>
        <p:spPr>
          <a:xfrm rot="10800000">
            <a:off x="5190730" y="2721056"/>
            <a:ext cx="546410" cy="68022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27" name="TextBox 26">
            <a:extLst>
              <a:ext uri="{FF2B5EF4-FFF2-40B4-BE49-F238E27FC236}">
                <a16:creationId xmlns:a16="http://schemas.microsoft.com/office/drawing/2014/main" id="{18B76B1E-AB3D-FABA-64AA-BC2F41AB830D}"/>
              </a:ext>
            </a:extLst>
          </p:cNvPr>
          <p:cNvSpPr txBox="1"/>
          <p:nvPr/>
        </p:nvSpPr>
        <p:spPr>
          <a:xfrm>
            <a:off x="6220489" y="2833901"/>
            <a:ext cx="1867829" cy="430887"/>
          </a:xfrm>
          <a:prstGeom prst="rect">
            <a:avLst/>
          </a:prstGeom>
          <a:noFill/>
        </p:spPr>
        <p:txBody>
          <a:bodyPr wrap="square">
            <a:spAutoFit/>
          </a:bodyPr>
          <a:lstStyle>
            <a:defPPr>
              <a:defRPr lang="en-AE"/>
            </a:defPPr>
            <a:lvl1pPr algn="ctr">
              <a:defRPr sz="1100" b="1">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defRPr>
            </a:lvl1pPr>
          </a:lstStyle>
          <a:p>
            <a:r>
              <a:rPr lang="en-AE" dirty="0"/>
              <a:t>Security Controls Implementation </a:t>
            </a:r>
          </a:p>
        </p:txBody>
      </p:sp>
      <p:sp>
        <p:nvSpPr>
          <p:cNvPr id="28" name="Left Arrow 27">
            <a:extLst>
              <a:ext uri="{FF2B5EF4-FFF2-40B4-BE49-F238E27FC236}">
                <a16:creationId xmlns:a16="http://schemas.microsoft.com/office/drawing/2014/main" id="{2C7D9C17-B89D-7CEB-BDDF-C018B91A0A92}"/>
              </a:ext>
            </a:extLst>
          </p:cNvPr>
          <p:cNvSpPr/>
          <p:nvPr/>
        </p:nvSpPr>
        <p:spPr>
          <a:xfrm rot="10800000">
            <a:off x="8298462" y="2721055"/>
            <a:ext cx="546410" cy="68022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30" name="TextBox 29">
            <a:extLst>
              <a:ext uri="{FF2B5EF4-FFF2-40B4-BE49-F238E27FC236}">
                <a16:creationId xmlns:a16="http://schemas.microsoft.com/office/drawing/2014/main" id="{90438C66-8B97-49DB-F681-57F448AD853F}"/>
              </a:ext>
            </a:extLst>
          </p:cNvPr>
          <p:cNvSpPr txBox="1"/>
          <p:nvPr/>
        </p:nvSpPr>
        <p:spPr>
          <a:xfrm>
            <a:off x="9337309" y="2804625"/>
            <a:ext cx="1780725" cy="430887"/>
          </a:xfrm>
          <a:prstGeom prst="rect">
            <a:avLst/>
          </a:prstGeom>
          <a:noFill/>
        </p:spPr>
        <p:txBody>
          <a:bodyPr wrap="square">
            <a:spAutoFit/>
          </a:bodyPr>
          <a:lstStyle>
            <a:defPPr>
              <a:defRPr lang="en-AE"/>
            </a:defPPr>
            <a:lvl1pPr algn="ctr">
              <a:defRPr sz="1100" b="1">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defRPr>
            </a:lvl1pPr>
          </a:lstStyle>
          <a:p>
            <a:r>
              <a:rPr lang="en-AE" dirty="0"/>
              <a:t>Continuous Monitoring and Improvement </a:t>
            </a:r>
          </a:p>
        </p:txBody>
      </p:sp>
      <p:sp>
        <p:nvSpPr>
          <p:cNvPr id="32" name="TextBox 31">
            <a:extLst>
              <a:ext uri="{FF2B5EF4-FFF2-40B4-BE49-F238E27FC236}">
                <a16:creationId xmlns:a16="http://schemas.microsoft.com/office/drawing/2014/main" id="{3DFD07EB-C380-71C5-8BEC-4DBCBC9C35A9}"/>
              </a:ext>
            </a:extLst>
          </p:cNvPr>
          <p:cNvSpPr txBox="1"/>
          <p:nvPr/>
        </p:nvSpPr>
        <p:spPr>
          <a:xfrm>
            <a:off x="297344" y="3343807"/>
            <a:ext cx="1945160" cy="369781"/>
          </a:xfrm>
          <a:prstGeom prst="rect">
            <a:avLst/>
          </a:prstGeom>
          <a:noFill/>
        </p:spPr>
        <p:txBody>
          <a:bodyPr wrap="square">
            <a:spAutoFit/>
          </a:bodyPr>
          <a:lstStyle/>
          <a:p>
            <a:pPr marL="6350" indent="-6350" algn="l">
              <a:lnSpc>
                <a:spcPct val="107000"/>
              </a:lnSpc>
              <a:spcAft>
                <a:spcPts val="15"/>
              </a:spcAft>
            </a:pPr>
            <a:r>
              <a:rPr lang="en-AE" sz="1800" b="1" kern="100" dirty="0">
                <a:solidFill>
                  <a:srgbClr val="156082"/>
                </a:solidFill>
                <a:effectLst/>
                <a:latin typeface="Amasis MT Pro" panose="02040504050005020304" pitchFamily="18" charset="77"/>
                <a:ea typeface="Amasis MT Pro" panose="02040504050005020304" pitchFamily="18" charset="77"/>
                <a:cs typeface="Amasis MT Pro" panose="02040504050005020304" pitchFamily="18" charset="77"/>
              </a:rPr>
              <a:t>Deliverables: </a:t>
            </a:r>
            <a:endParaRPr lang="en-AE" sz="16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p:txBody>
      </p:sp>
      <p:graphicFrame>
        <p:nvGraphicFramePr>
          <p:cNvPr id="36" name="TextBox 33">
            <a:extLst>
              <a:ext uri="{FF2B5EF4-FFF2-40B4-BE49-F238E27FC236}">
                <a16:creationId xmlns:a16="http://schemas.microsoft.com/office/drawing/2014/main" id="{F12B3B47-FEBE-116E-EDF3-8A2E889ED0D5}"/>
              </a:ext>
            </a:extLst>
          </p:cNvPr>
          <p:cNvGraphicFramePr/>
          <p:nvPr/>
        </p:nvGraphicFramePr>
        <p:xfrm>
          <a:off x="195037" y="3713588"/>
          <a:ext cx="11877573" cy="30800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65538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55666830-9A19-4E01-8505-D6C7F9AC5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DDDBE11B-55C6-0346-6E4D-CAEA831FD1E1}"/>
              </a:ext>
            </a:extLst>
          </p:cNvPr>
          <p:cNvPicPr>
            <a:picLocks noChangeAspect="1"/>
          </p:cNvPicPr>
          <p:nvPr/>
        </p:nvPicPr>
        <p:blipFill rotWithShape="1">
          <a:blip r:embed="rId2"/>
          <a:srcRect l="11615"/>
          <a:stretch/>
        </p:blipFill>
        <p:spPr>
          <a:xfrm>
            <a:off x="4110127" y="10"/>
            <a:ext cx="8081873" cy="6857990"/>
          </a:xfrm>
          <a:custGeom>
            <a:avLst/>
            <a:gdLst/>
            <a:ahLst/>
            <a:cxnLst/>
            <a:rect l="l" t="t" r="r" b="b"/>
            <a:pathLst>
              <a:path w="8081873" h="6858000">
                <a:moveTo>
                  <a:pt x="0" y="0"/>
                </a:moveTo>
                <a:lnTo>
                  <a:pt x="8081873" y="0"/>
                </a:lnTo>
                <a:lnTo>
                  <a:pt x="8081873" y="6858000"/>
                </a:lnTo>
                <a:lnTo>
                  <a:pt x="0" y="6858000"/>
                </a:lnTo>
                <a:lnTo>
                  <a:pt x="68897" y="6734633"/>
                </a:lnTo>
                <a:cubicBezTo>
                  <a:pt x="558802" y="5812845"/>
                  <a:pt x="848920" y="4668597"/>
                  <a:pt x="848920" y="3429000"/>
                </a:cubicBezTo>
                <a:cubicBezTo>
                  <a:pt x="848920" y="2189404"/>
                  <a:pt x="558802" y="1045156"/>
                  <a:pt x="68897" y="123368"/>
                </a:cubicBezTo>
                <a:close/>
              </a:path>
            </a:pathLst>
          </a:custGeom>
        </p:spPr>
      </p:pic>
      <p:sp useBgFill="1">
        <p:nvSpPr>
          <p:cNvPr id="36" name="Freeform: Shape 35">
            <a:extLst>
              <a:ext uri="{FF2B5EF4-FFF2-40B4-BE49-F238E27FC236}">
                <a16:creationId xmlns:a16="http://schemas.microsoft.com/office/drawing/2014/main" id="{AE9FC877-7FB6-4D22-9988-35420644E2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8" name="Freeform: Shape 37">
            <a:extLst>
              <a:ext uri="{FF2B5EF4-FFF2-40B4-BE49-F238E27FC236}">
                <a16:creationId xmlns:a16="http://schemas.microsoft.com/office/drawing/2014/main" id="{E41809D1-F12E-46BB-B804-5F209D325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TextBox 20">
            <a:hlinkClick r:id="rId3" action="ppaction://hlinksldjump"/>
            <a:extLst>
              <a:ext uri="{FF2B5EF4-FFF2-40B4-BE49-F238E27FC236}">
                <a16:creationId xmlns:a16="http://schemas.microsoft.com/office/drawing/2014/main" id="{F684CFBB-3E77-5E39-750E-C9181E4E9B82}"/>
              </a:ext>
            </a:extLst>
          </p:cNvPr>
          <p:cNvSpPr txBox="1"/>
          <p:nvPr/>
        </p:nvSpPr>
        <p:spPr>
          <a:xfrm>
            <a:off x="176898" y="1911116"/>
            <a:ext cx="4023360" cy="1322562"/>
          </a:xfrm>
          <a:prstGeom prst="rect">
            <a:avLst/>
          </a:prstGeom>
        </p:spPr>
        <p:txBody>
          <a:bodyPr vert="horz" lIns="91440" tIns="45720" rIns="91440" bIns="45720" rtlCol="0" anchor="b">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E" sz="4400" b="1" dirty="0">
                <a:solidFill>
                  <a:srgbClr val="0E2841"/>
                </a:solidFill>
                <a:latin typeface="Poppins" pitchFamily="2" charset="77"/>
                <a:cs typeface="Poppins" pitchFamily="2" charset="77"/>
              </a:rPr>
              <a:t>Security Programs </a:t>
            </a:r>
            <a:endParaRPr lang="en-US" sz="4400" b="1" dirty="0">
              <a:solidFill>
                <a:srgbClr val="0E2841"/>
              </a:solidFill>
              <a:latin typeface="Poppins" pitchFamily="2" charset="77"/>
              <a:cs typeface="Poppins" pitchFamily="2" charset="77"/>
            </a:endParaRPr>
          </a:p>
        </p:txBody>
      </p:sp>
      <p:sp>
        <p:nvSpPr>
          <p:cNvPr id="40" name="Rectangle 3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Rectangle 4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57929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4563">
            <a:extLst>
              <a:ext uri="{FF2B5EF4-FFF2-40B4-BE49-F238E27FC236}">
                <a16:creationId xmlns:a16="http://schemas.microsoft.com/office/drawing/2014/main" id="{EA365784-8752-0349-AABE-ECEB2E71398B}"/>
              </a:ext>
            </a:extLst>
          </p:cNvPr>
          <p:cNvSpPr/>
          <p:nvPr/>
        </p:nvSpPr>
        <p:spPr>
          <a:xfrm>
            <a:off x="4009351" y="4047796"/>
            <a:ext cx="2429204" cy="2429204"/>
          </a:xfrm>
          <a:custGeom>
            <a:avLst/>
            <a:gdLst/>
            <a:ahLst/>
            <a:cxnLst>
              <a:cxn ang="0">
                <a:pos x="wd2" y="hd2"/>
              </a:cxn>
              <a:cxn ang="5400000">
                <a:pos x="wd2" y="hd2"/>
              </a:cxn>
              <a:cxn ang="10800000">
                <a:pos x="wd2" y="hd2"/>
              </a:cxn>
              <a:cxn ang="16200000">
                <a:pos x="wd2" y="hd2"/>
              </a:cxn>
            </a:cxnLst>
            <a:rect l="0" t="0" r="r" b="b"/>
            <a:pathLst>
              <a:path w="21600" h="21600" extrusionOk="0">
                <a:moveTo>
                  <a:pt x="10066" y="0"/>
                </a:moveTo>
                <a:cubicBezTo>
                  <a:pt x="9771" y="0"/>
                  <a:pt x="9485" y="246"/>
                  <a:pt x="9442" y="538"/>
                </a:cubicBezTo>
                <a:lnTo>
                  <a:pt x="9222" y="2047"/>
                </a:lnTo>
                <a:cubicBezTo>
                  <a:pt x="7990" y="2268"/>
                  <a:pt x="6797" y="2754"/>
                  <a:pt x="5728" y="3497"/>
                </a:cubicBezTo>
                <a:lnTo>
                  <a:pt x="4504" y="2585"/>
                </a:lnTo>
                <a:cubicBezTo>
                  <a:pt x="4277" y="2415"/>
                  <a:pt x="3882" y="2444"/>
                  <a:pt x="3681" y="2644"/>
                </a:cubicBezTo>
                <a:lnTo>
                  <a:pt x="2644" y="3681"/>
                </a:lnTo>
                <a:cubicBezTo>
                  <a:pt x="2436" y="3890"/>
                  <a:pt x="2409" y="4268"/>
                  <a:pt x="2585" y="4504"/>
                </a:cubicBezTo>
                <a:lnTo>
                  <a:pt x="3497" y="5728"/>
                </a:lnTo>
                <a:cubicBezTo>
                  <a:pt x="2754" y="6797"/>
                  <a:pt x="2268" y="7990"/>
                  <a:pt x="2047" y="9222"/>
                </a:cubicBezTo>
                <a:lnTo>
                  <a:pt x="538" y="9442"/>
                </a:lnTo>
                <a:cubicBezTo>
                  <a:pt x="246" y="9485"/>
                  <a:pt x="0" y="9771"/>
                  <a:pt x="0" y="10066"/>
                </a:cubicBezTo>
                <a:lnTo>
                  <a:pt x="0" y="11534"/>
                </a:lnTo>
                <a:cubicBezTo>
                  <a:pt x="0" y="11829"/>
                  <a:pt x="246" y="12115"/>
                  <a:pt x="538" y="12158"/>
                </a:cubicBezTo>
                <a:lnTo>
                  <a:pt x="2047" y="12378"/>
                </a:lnTo>
                <a:cubicBezTo>
                  <a:pt x="2268" y="13610"/>
                  <a:pt x="2754" y="14803"/>
                  <a:pt x="3497" y="15872"/>
                </a:cubicBezTo>
                <a:lnTo>
                  <a:pt x="2585" y="17096"/>
                </a:lnTo>
                <a:cubicBezTo>
                  <a:pt x="2409" y="17333"/>
                  <a:pt x="2435" y="17707"/>
                  <a:pt x="2644" y="17916"/>
                </a:cubicBezTo>
                <a:lnTo>
                  <a:pt x="3681" y="18956"/>
                </a:lnTo>
                <a:cubicBezTo>
                  <a:pt x="3882" y="19156"/>
                  <a:pt x="4277" y="19185"/>
                  <a:pt x="4504" y="19015"/>
                </a:cubicBezTo>
                <a:lnTo>
                  <a:pt x="5731" y="18103"/>
                </a:lnTo>
                <a:cubicBezTo>
                  <a:pt x="6799" y="18846"/>
                  <a:pt x="7990" y="19332"/>
                  <a:pt x="9222" y="19553"/>
                </a:cubicBezTo>
                <a:lnTo>
                  <a:pt x="9442" y="21062"/>
                </a:lnTo>
                <a:cubicBezTo>
                  <a:pt x="9485" y="21354"/>
                  <a:pt x="9771" y="21600"/>
                  <a:pt x="10066" y="21600"/>
                </a:cubicBezTo>
                <a:lnTo>
                  <a:pt x="11534" y="21600"/>
                </a:lnTo>
                <a:cubicBezTo>
                  <a:pt x="11829" y="21600"/>
                  <a:pt x="12115" y="21354"/>
                  <a:pt x="12158" y="21062"/>
                </a:cubicBezTo>
                <a:lnTo>
                  <a:pt x="12381" y="19553"/>
                </a:lnTo>
                <a:cubicBezTo>
                  <a:pt x="13612" y="19332"/>
                  <a:pt x="14802" y="18845"/>
                  <a:pt x="15869" y="18103"/>
                </a:cubicBezTo>
                <a:lnTo>
                  <a:pt x="17096" y="19015"/>
                </a:lnTo>
                <a:cubicBezTo>
                  <a:pt x="17196" y="19090"/>
                  <a:pt x="17329" y="19131"/>
                  <a:pt x="17467" y="19131"/>
                </a:cubicBezTo>
                <a:cubicBezTo>
                  <a:pt x="17642" y="19131"/>
                  <a:pt x="17807" y="19067"/>
                  <a:pt x="17919" y="18956"/>
                </a:cubicBezTo>
                <a:lnTo>
                  <a:pt x="18956" y="17919"/>
                </a:lnTo>
                <a:cubicBezTo>
                  <a:pt x="19164" y="17710"/>
                  <a:pt x="19191" y="17332"/>
                  <a:pt x="19015" y="17096"/>
                </a:cubicBezTo>
                <a:lnTo>
                  <a:pt x="18103" y="15872"/>
                </a:lnTo>
                <a:cubicBezTo>
                  <a:pt x="18846" y="14803"/>
                  <a:pt x="19332" y="13610"/>
                  <a:pt x="19553" y="12378"/>
                </a:cubicBezTo>
                <a:lnTo>
                  <a:pt x="21062" y="12158"/>
                </a:lnTo>
                <a:cubicBezTo>
                  <a:pt x="21354" y="12115"/>
                  <a:pt x="21600" y="11829"/>
                  <a:pt x="21600" y="11534"/>
                </a:cubicBezTo>
                <a:lnTo>
                  <a:pt x="21600" y="10066"/>
                </a:lnTo>
                <a:cubicBezTo>
                  <a:pt x="21600" y="9771"/>
                  <a:pt x="21354" y="9485"/>
                  <a:pt x="21062" y="9442"/>
                </a:cubicBezTo>
                <a:lnTo>
                  <a:pt x="19553" y="9222"/>
                </a:lnTo>
                <a:cubicBezTo>
                  <a:pt x="19332" y="7990"/>
                  <a:pt x="18846" y="6797"/>
                  <a:pt x="18103" y="5728"/>
                </a:cubicBezTo>
                <a:lnTo>
                  <a:pt x="19015" y="4504"/>
                </a:lnTo>
                <a:cubicBezTo>
                  <a:pt x="19191" y="4268"/>
                  <a:pt x="19164" y="3893"/>
                  <a:pt x="18956" y="3684"/>
                </a:cubicBezTo>
                <a:lnTo>
                  <a:pt x="17919" y="2644"/>
                </a:lnTo>
                <a:cubicBezTo>
                  <a:pt x="17719" y="2444"/>
                  <a:pt x="17323" y="2416"/>
                  <a:pt x="17096" y="2585"/>
                </a:cubicBezTo>
                <a:lnTo>
                  <a:pt x="15872" y="3497"/>
                </a:lnTo>
                <a:cubicBezTo>
                  <a:pt x="14804" y="2754"/>
                  <a:pt x="13612" y="2268"/>
                  <a:pt x="12381" y="2047"/>
                </a:cubicBezTo>
                <a:lnTo>
                  <a:pt x="12158" y="538"/>
                </a:lnTo>
                <a:cubicBezTo>
                  <a:pt x="12115" y="246"/>
                  <a:pt x="11829" y="0"/>
                  <a:pt x="11534" y="0"/>
                </a:cubicBezTo>
                <a:lnTo>
                  <a:pt x="10066" y="0"/>
                </a:lnTo>
                <a:close/>
              </a:path>
            </a:pathLst>
          </a:custGeom>
          <a:solidFill>
            <a:schemeClr val="accent4"/>
          </a:solidFill>
          <a:ln w="12700" cap="flat">
            <a:noFill/>
            <a:miter lim="400000"/>
          </a:ln>
          <a:effectLst/>
        </p:spPr>
        <p:txBody>
          <a:bodyPr wrap="square" lIns="0" tIns="0" rIns="0" bIns="0" numCol="1" anchor="t">
            <a:noAutofit/>
          </a:bodyPr>
          <a:lstStyle/>
          <a:p>
            <a:pPr>
              <a:defRPr>
                <a:solidFill>
                  <a:srgbClr val="4C4C4C"/>
                </a:solidFill>
              </a:defRPr>
            </a:pPr>
            <a:endParaRPr sz="2532" dirty="0">
              <a:latin typeface="Lato Light" panose="020F0502020204030203" pitchFamily="34" charset="0"/>
            </a:endParaRPr>
          </a:p>
        </p:txBody>
      </p:sp>
      <p:sp>
        <p:nvSpPr>
          <p:cNvPr id="17" name="Shape 4567">
            <a:extLst>
              <a:ext uri="{FF2B5EF4-FFF2-40B4-BE49-F238E27FC236}">
                <a16:creationId xmlns:a16="http://schemas.microsoft.com/office/drawing/2014/main" id="{134190F2-339C-5145-BCC3-A030660B0824}"/>
              </a:ext>
            </a:extLst>
          </p:cNvPr>
          <p:cNvSpPr/>
          <p:nvPr/>
        </p:nvSpPr>
        <p:spPr>
          <a:xfrm>
            <a:off x="1715417" y="1797764"/>
            <a:ext cx="2429204" cy="2429204"/>
          </a:xfrm>
          <a:custGeom>
            <a:avLst/>
            <a:gdLst/>
            <a:ahLst/>
            <a:cxnLst>
              <a:cxn ang="0">
                <a:pos x="wd2" y="hd2"/>
              </a:cxn>
              <a:cxn ang="5400000">
                <a:pos x="wd2" y="hd2"/>
              </a:cxn>
              <a:cxn ang="10800000">
                <a:pos x="wd2" y="hd2"/>
              </a:cxn>
              <a:cxn ang="16200000">
                <a:pos x="wd2" y="hd2"/>
              </a:cxn>
            </a:cxnLst>
            <a:rect l="0" t="0" r="r" b="b"/>
            <a:pathLst>
              <a:path w="21600" h="21600" extrusionOk="0">
                <a:moveTo>
                  <a:pt x="10066" y="0"/>
                </a:moveTo>
                <a:cubicBezTo>
                  <a:pt x="9771" y="0"/>
                  <a:pt x="9485" y="246"/>
                  <a:pt x="9442" y="538"/>
                </a:cubicBezTo>
                <a:lnTo>
                  <a:pt x="9222" y="2047"/>
                </a:lnTo>
                <a:cubicBezTo>
                  <a:pt x="7990" y="2268"/>
                  <a:pt x="6797" y="2754"/>
                  <a:pt x="5728" y="3497"/>
                </a:cubicBezTo>
                <a:lnTo>
                  <a:pt x="4504" y="2585"/>
                </a:lnTo>
                <a:cubicBezTo>
                  <a:pt x="4277" y="2415"/>
                  <a:pt x="3882" y="2444"/>
                  <a:pt x="3681" y="2644"/>
                </a:cubicBezTo>
                <a:lnTo>
                  <a:pt x="2644" y="3681"/>
                </a:lnTo>
                <a:cubicBezTo>
                  <a:pt x="2436" y="3890"/>
                  <a:pt x="2409" y="4268"/>
                  <a:pt x="2585" y="4504"/>
                </a:cubicBezTo>
                <a:lnTo>
                  <a:pt x="3497" y="5728"/>
                </a:lnTo>
                <a:cubicBezTo>
                  <a:pt x="2754" y="6797"/>
                  <a:pt x="2268" y="7990"/>
                  <a:pt x="2047" y="9222"/>
                </a:cubicBezTo>
                <a:lnTo>
                  <a:pt x="538" y="9442"/>
                </a:lnTo>
                <a:cubicBezTo>
                  <a:pt x="246" y="9485"/>
                  <a:pt x="0" y="9771"/>
                  <a:pt x="0" y="10066"/>
                </a:cubicBezTo>
                <a:lnTo>
                  <a:pt x="0" y="11534"/>
                </a:lnTo>
                <a:cubicBezTo>
                  <a:pt x="0" y="11829"/>
                  <a:pt x="246" y="12115"/>
                  <a:pt x="538" y="12158"/>
                </a:cubicBezTo>
                <a:lnTo>
                  <a:pt x="2047" y="12378"/>
                </a:lnTo>
                <a:cubicBezTo>
                  <a:pt x="2268" y="13610"/>
                  <a:pt x="2754" y="14803"/>
                  <a:pt x="3497" y="15872"/>
                </a:cubicBezTo>
                <a:lnTo>
                  <a:pt x="2585" y="17096"/>
                </a:lnTo>
                <a:cubicBezTo>
                  <a:pt x="2409" y="17333"/>
                  <a:pt x="2435" y="17707"/>
                  <a:pt x="2644" y="17916"/>
                </a:cubicBezTo>
                <a:lnTo>
                  <a:pt x="3681" y="18956"/>
                </a:lnTo>
                <a:cubicBezTo>
                  <a:pt x="3882" y="19156"/>
                  <a:pt x="4277" y="19185"/>
                  <a:pt x="4504" y="19015"/>
                </a:cubicBezTo>
                <a:lnTo>
                  <a:pt x="5731" y="18103"/>
                </a:lnTo>
                <a:cubicBezTo>
                  <a:pt x="6799" y="18846"/>
                  <a:pt x="7990" y="19332"/>
                  <a:pt x="9222" y="19553"/>
                </a:cubicBezTo>
                <a:lnTo>
                  <a:pt x="9442" y="21062"/>
                </a:lnTo>
                <a:cubicBezTo>
                  <a:pt x="9485" y="21354"/>
                  <a:pt x="9771" y="21600"/>
                  <a:pt x="10066" y="21600"/>
                </a:cubicBezTo>
                <a:lnTo>
                  <a:pt x="11534" y="21600"/>
                </a:lnTo>
                <a:cubicBezTo>
                  <a:pt x="11829" y="21600"/>
                  <a:pt x="12115" y="21354"/>
                  <a:pt x="12158" y="21062"/>
                </a:cubicBezTo>
                <a:lnTo>
                  <a:pt x="12381" y="19553"/>
                </a:lnTo>
                <a:cubicBezTo>
                  <a:pt x="13612" y="19332"/>
                  <a:pt x="14802" y="18845"/>
                  <a:pt x="15869" y="18103"/>
                </a:cubicBezTo>
                <a:lnTo>
                  <a:pt x="17096" y="19015"/>
                </a:lnTo>
                <a:cubicBezTo>
                  <a:pt x="17196" y="19090"/>
                  <a:pt x="17329" y="19131"/>
                  <a:pt x="17467" y="19131"/>
                </a:cubicBezTo>
                <a:cubicBezTo>
                  <a:pt x="17642" y="19131"/>
                  <a:pt x="17807" y="19067"/>
                  <a:pt x="17919" y="18956"/>
                </a:cubicBezTo>
                <a:lnTo>
                  <a:pt x="18956" y="17919"/>
                </a:lnTo>
                <a:cubicBezTo>
                  <a:pt x="19164" y="17710"/>
                  <a:pt x="19191" y="17332"/>
                  <a:pt x="19015" y="17096"/>
                </a:cubicBezTo>
                <a:lnTo>
                  <a:pt x="18103" y="15872"/>
                </a:lnTo>
                <a:cubicBezTo>
                  <a:pt x="18846" y="14803"/>
                  <a:pt x="19332" y="13610"/>
                  <a:pt x="19553" y="12378"/>
                </a:cubicBezTo>
                <a:lnTo>
                  <a:pt x="21062" y="12158"/>
                </a:lnTo>
                <a:cubicBezTo>
                  <a:pt x="21354" y="12115"/>
                  <a:pt x="21600" y="11829"/>
                  <a:pt x="21600" y="11534"/>
                </a:cubicBezTo>
                <a:lnTo>
                  <a:pt x="21600" y="10066"/>
                </a:lnTo>
                <a:cubicBezTo>
                  <a:pt x="21600" y="9771"/>
                  <a:pt x="21354" y="9485"/>
                  <a:pt x="21062" y="9442"/>
                </a:cubicBezTo>
                <a:lnTo>
                  <a:pt x="19553" y="9222"/>
                </a:lnTo>
                <a:cubicBezTo>
                  <a:pt x="19332" y="7990"/>
                  <a:pt x="18846" y="6797"/>
                  <a:pt x="18103" y="5728"/>
                </a:cubicBezTo>
                <a:lnTo>
                  <a:pt x="19015" y="4504"/>
                </a:lnTo>
                <a:cubicBezTo>
                  <a:pt x="19191" y="4268"/>
                  <a:pt x="19164" y="3893"/>
                  <a:pt x="18956" y="3684"/>
                </a:cubicBezTo>
                <a:lnTo>
                  <a:pt x="17919" y="2644"/>
                </a:lnTo>
                <a:cubicBezTo>
                  <a:pt x="17719" y="2444"/>
                  <a:pt x="17323" y="2416"/>
                  <a:pt x="17096" y="2585"/>
                </a:cubicBezTo>
                <a:lnTo>
                  <a:pt x="15872" y="3497"/>
                </a:lnTo>
                <a:cubicBezTo>
                  <a:pt x="14804" y="2754"/>
                  <a:pt x="13612" y="2268"/>
                  <a:pt x="12381" y="2047"/>
                </a:cubicBezTo>
                <a:lnTo>
                  <a:pt x="12158" y="538"/>
                </a:lnTo>
                <a:cubicBezTo>
                  <a:pt x="12115" y="246"/>
                  <a:pt x="11829" y="0"/>
                  <a:pt x="11534" y="0"/>
                </a:cubicBezTo>
                <a:lnTo>
                  <a:pt x="10066" y="0"/>
                </a:lnTo>
                <a:close/>
              </a:path>
            </a:pathLst>
          </a:custGeom>
          <a:solidFill>
            <a:schemeClr val="accent1"/>
          </a:solidFill>
          <a:ln w="12700" cap="flat">
            <a:noFill/>
            <a:miter lim="400000"/>
          </a:ln>
          <a:effectLst/>
        </p:spPr>
        <p:txBody>
          <a:bodyPr wrap="square" lIns="0" tIns="0" rIns="0" bIns="0" numCol="1" anchor="t">
            <a:noAutofit/>
          </a:bodyPr>
          <a:lstStyle/>
          <a:p>
            <a:pPr>
              <a:defRPr>
                <a:solidFill>
                  <a:srgbClr val="4C4C4C"/>
                </a:solidFill>
              </a:defRPr>
            </a:pPr>
            <a:endParaRPr sz="2532" dirty="0">
              <a:latin typeface="Lato Light" panose="020F0502020204030203" pitchFamily="34" charset="0"/>
            </a:endParaRPr>
          </a:p>
        </p:txBody>
      </p:sp>
      <p:sp>
        <p:nvSpPr>
          <p:cNvPr id="5" name="Shape 4571">
            <a:extLst>
              <a:ext uri="{FF2B5EF4-FFF2-40B4-BE49-F238E27FC236}">
                <a16:creationId xmlns:a16="http://schemas.microsoft.com/office/drawing/2014/main" id="{CAF6DEF7-D35C-F844-B81C-0D4A4B4E4B03}"/>
              </a:ext>
            </a:extLst>
          </p:cNvPr>
          <p:cNvSpPr/>
          <p:nvPr/>
        </p:nvSpPr>
        <p:spPr>
          <a:xfrm rot="2011874">
            <a:off x="8382569" y="2234735"/>
            <a:ext cx="1197835" cy="181860"/>
          </a:xfrm>
          <a:custGeom>
            <a:avLst/>
            <a:gdLst/>
            <a:ahLst/>
            <a:cxnLst>
              <a:cxn ang="0">
                <a:pos x="wd2" y="hd2"/>
              </a:cxn>
              <a:cxn ang="5400000">
                <a:pos x="wd2" y="hd2"/>
              </a:cxn>
              <a:cxn ang="10800000">
                <a:pos x="wd2" y="hd2"/>
              </a:cxn>
              <a:cxn ang="16200000">
                <a:pos x="wd2" y="hd2"/>
              </a:cxn>
            </a:cxnLst>
            <a:rect l="0" t="0" r="r" b="b"/>
            <a:pathLst>
              <a:path w="21600" h="20427" extrusionOk="0">
                <a:moveTo>
                  <a:pt x="0" y="20427"/>
                </a:moveTo>
                <a:cubicBezTo>
                  <a:pt x="3482" y="5935"/>
                  <a:pt x="7623" y="-1173"/>
                  <a:pt x="11805" y="158"/>
                </a:cubicBezTo>
                <a:cubicBezTo>
                  <a:pt x="15304" y="1271"/>
                  <a:pt x="18690" y="8276"/>
                  <a:pt x="21600" y="20427"/>
                </a:cubicBezTo>
              </a:path>
            </a:pathLst>
          </a:custGeom>
          <a:noFill/>
          <a:ln w="38100" cap="flat">
            <a:solidFill>
              <a:schemeClr val="bg1">
                <a:lumMod val="85000"/>
              </a:schemeClr>
            </a:solidFill>
            <a:prstDash val="solid"/>
            <a:miter lim="400000"/>
            <a:tailEnd type="triangle" w="lg" len="lg"/>
          </a:ln>
          <a:effectLst/>
        </p:spPr>
        <p:txBody>
          <a:bodyPr wrap="square" lIns="0" tIns="0" rIns="0" bIns="0" numCol="1" anchor="ctr">
            <a:noAutofit/>
          </a:bodyPr>
          <a:lstStyle/>
          <a:p>
            <a:pPr>
              <a:defRPr sz="1200">
                <a:solidFill>
                  <a:srgbClr val="000000"/>
                </a:solidFill>
                <a:latin typeface="Helvetica"/>
                <a:ea typeface="Helvetica"/>
                <a:cs typeface="Helvetica"/>
                <a:sym typeface="Helvetica"/>
              </a:defRPr>
            </a:pPr>
            <a:endParaRPr sz="844" dirty="0">
              <a:latin typeface="Lato Light" panose="020F0502020204030203" pitchFamily="34" charset="0"/>
              <a:ea typeface="Lato Light" panose="020F0502020204030203" pitchFamily="34" charset="0"/>
              <a:cs typeface="Lato Light" panose="020F0502020204030203" pitchFamily="34" charset="0"/>
            </a:endParaRPr>
          </a:p>
        </p:txBody>
      </p:sp>
      <p:sp>
        <p:nvSpPr>
          <p:cNvPr id="6" name="Shape 4572">
            <a:extLst>
              <a:ext uri="{FF2B5EF4-FFF2-40B4-BE49-F238E27FC236}">
                <a16:creationId xmlns:a16="http://schemas.microsoft.com/office/drawing/2014/main" id="{3F5D0A66-9F66-7D41-B889-EC6D94C8C6E4}"/>
              </a:ext>
            </a:extLst>
          </p:cNvPr>
          <p:cNvSpPr/>
          <p:nvPr/>
        </p:nvSpPr>
        <p:spPr>
          <a:xfrm>
            <a:off x="8574736" y="3192066"/>
            <a:ext cx="2429203" cy="2429203"/>
          </a:xfrm>
          <a:custGeom>
            <a:avLst/>
            <a:gdLst/>
            <a:ahLst/>
            <a:cxnLst>
              <a:cxn ang="0">
                <a:pos x="wd2" y="hd2"/>
              </a:cxn>
              <a:cxn ang="5400000">
                <a:pos x="wd2" y="hd2"/>
              </a:cxn>
              <a:cxn ang="10800000">
                <a:pos x="wd2" y="hd2"/>
              </a:cxn>
              <a:cxn ang="16200000">
                <a:pos x="wd2" y="hd2"/>
              </a:cxn>
            </a:cxnLst>
            <a:rect l="0" t="0" r="r" b="b"/>
            <a:pathLst>
              <a:path w="21600" h="21600" extrusionOk="0">
                <a:moveTo>
                  <a:pt x="10066" y="0"/>
                </a:moveTo>
                <a:cubicBezTo>
                  <a:pt x="9771" y="0"/>
                  <a:pt x="9485" y="246"/>
                  <a:pt x="9442" y="538"/>
                </a:cubicBezTo>
                <a:lnTo>
                  <a:pt x="9222" y="2047"/>
                </a:lnTo>
                <a:cubicBezTo>
                  <a:pt x="7990" y="2268"/>
                  <a:pt x="6797" y="2754"/>
                  <a:pt x="5728" y="3497"/>
                </a:cubicBezTo>
                <a:lnTo>
                  <a:pt x="4504" y="2585"/>
                </a:lnTo>
                <a:cubicBezTo>
                  <a:pt x="4277" y="2415"/>
                  <a:pt x="3882" y="2444"/>
                  <a:pt x="3681" y="2644"/>
                </a:cubicBezTo>
                <a:lnTo>
                  <a:pt x="2644" y="3681"/>
                </a:lnTo>
                <a:cubicBezTo>
                  <a:pt x="2436" y="3890"/>
                  <a:pt x="2409" y="4268"/>
                  <a:pt x="2585" y="4504"/>
                </a:cubicBezTo>
                <a:lnTo>
                  <a:pt x="3497" y="5728"/>
                </a:lnTo>
                <a:cubicBezTo>
                  <a:pt x="2754" y="6797"/>
                  <a:pt x="2268" y="7990"/>
                  <a:pt x="2047" y="9222"/>
                </a:cubicBezTo>
                <a:lnTo>
                  <a:pt x="538" y="9442"/>
                </a:lnTo>
                <a:cubicBezTo>
                  <a:pt x="246" y="9485"/>
                  <a:pt x="0" y="9771"/>
                  <a:pt x="0" y="10066"/>
                </a:cubicBezTo>
                <a:lnTo>
                  <a:pt x="0" y="11534"/>
                </a:lnTo>
                <a:cubicBezTo>
                  <a:pt x="0" y="11829"/>
                  <a:pt x="246" y="12115"/>
                  <a:pt x="538" y="12158"/>
                </a:cubicBezTo>
                <a:lnTo>
                  <a:pt x="2047" y="12378"/>
                </a:lnTo>
                <a:cubicBezTo>
                  <a:pt x="2268" y="13610"/>
                  <a:pt x="2754" y="14803"/>
                  <a:pt x="3497" y="15872"/>
                </a:cubicBezTo>
                <a:lnTo>
                  <a:pt x="2585" y="17096"/>
                </a:lnTo>
                <a:cubicBezTo>
                  <a:pt x="2409" y="17333"/>
                  <a:pt x="2435" y="17707"/>
                  <a:pt x="2644" y="17916"/>
                </a:cubicBezTo>
                <a:lnTo>
                  <a:pt x="3681" y="18956"/>
                </a:lnTo>
                <a:cubicBezTo>
                  <a:pt x="3882" y="19156"/>
                  <a:pt x="4277" y="19185"/>
                  <a:pt x="4504" y="19015"/>
                </a:cubicBezTo>
                <a:lnTo>
                  <a:pt x="5731" y="18103"/>
                </a:lnTo>
                <a:cubicBezTo>
                  <a:pt x="6799" y="18846"/>
                  <a:pt x="7990" y="19332"/>
                  <a:pt x="9222" y="19553"/>
                </a:cubicBezTo>
                <a:lnTo>
                  <a:pt x="9442" y="21062"/>
                </a:lnTo>
                <a:cubicBezTo>
                  <a:pt x="9485" y="21354"/>
                  <a:pt x="9771" y="21600"/>
                  <a:pt x="10066" y="21600"/>
                </a:cubicBezTo>
                <a:lnTo>
                  <a:pt x="11534" y="21600"/>
                </a:lnTo>
                <a:cubicBezTo>
                  <a:pt x="11829" y="21600"/>
                  <a:pt x="12115" y="21354"/>
                  <a:pt x="12158" y="21062"/>
                </a:cubicBezTo>
                <a:lnTo>
                  <a:pt x="12381" y="19553"/>
                </a:lnTo>
                <a:cubicBezTo>
                  <a:pt x="13612" y="19332"/>
                  <a:pt x="14802" y="18845"/>
                  <a:pt x="15869" y="18103"/>
                </a:cubicBezTo>
                <a:lnTo>
                  <a:pt x="17096" y="19015"/>
                </a:lnTo>
                <a:cubicBezTo>
                  <a:pt x="17196" y="19090"/>
                  <a:pt x="17329" y="19131"/>
                  <a:pt x="17467" y="19131"/>
                </a:cubicBezTo>
                <a:cubicBezTo>
                  <a:pt x="17642" y="19131"/>
                  <a:pt x="17807" y="19067"/>
                  <a:pt x="17919" y="18956"/>
                </a:cubicBezTo>
                <a:lnTo>
                  <a:pt x="18956" y="17919"/>
                </a:lnTo>
                <a:cubicBezTo>
                  <a:pt x="19164" y="17710"/>
                  <a:pt x="19191" y="17332"/>
                  <a:pt x="19015" y="17096"/>
                </a:cubicBezTo>
                <a:lnTo>
                  <a:pt x="18103" y="15872"/>
                </a:lnTo>
                <a:cubicBezTo>
                  <a:pt x="18846" y="14803"/>
                  <a:pt x="19332" y="13610"/>
                  <a:pt x="19553" y="12378"/>
                </a:cubicBezTo>
                <a:lnTo>
                  <a:pt x="21062" y="12158"/>
                </a:lnTo>
                <a:cubicBezTo>
                  <a:pt x="21354" y="12115"/>
                  <a:pt x="21600" y="11829"/>
                  <a:pt x="21600" y="11534"/>
                </a:cubicBezTo>
                <a:lnTo>
                  <a:pt x="21600" y="10066"/>
                </a:lnTo>
                <a:cubicBezTo>
                  <a:pt x="21600" y="9771"/>
                  <a:pt x="21354" y="9485"/>
                  <a:pt x="21062" y="9442"/>
                </a:cubicBezTo>
                <a:lnTo>
                  <a:pt x="19553" y="9222"/>
                </a:lnTo>
                <a:cubicBezTo>
                  <a:pt x="19332" y="7990"/>
                  <a:pt x="18846" y="6797"/>
                  <a:pt x="18103" y="5728"/>
                </a:cubicBezTo>
                <a:lnTo>
                  <a:pt x="19015" y="4504"/>
                </a:lnTo>
                <a:cubicBezTo>
                  <a:pt x="19191" y="4268"/>
                  <a:pt x="19164" y="3893"/>
                  <a:pt x="18956" y="3684"/>
                </a:cubicBezTo>
                <a:lnTo>
                  <a:pt x="17919" y="2644"/>
                </a:lnTo>
                <a:cubicBezTo>
                  <a:pt x="17719" y="2444"/>
                  <a:pt x="17323" y="2416"/>
                  <a:pt x="17096" y="2585"/>
                </a:cubicBezTo>
                <a:lnTo>
                  <a:pt x="15872" y="3497"/>
                </a:lnTo>
                <a:cubicBezTo>
                  <a:pt x="14804" y="2754"/>
                  <a:pt x="13612" y="2268"/>
                  <a:pt x="12381" y="2047"/>
                </a:cubicBezTo>
                <a:lnTo>
                  <a:pt x="12158" y="538"/>
                </a:lnTo>
                <a:cubicBezTo>
                  <a:pt x="12115" y="246"/>
                  <a:pt x="11829" y="0"/>
                  <a:pt x="11534" y="0"/>
                </a:cubicBezTo>
                <a:lnTo>
                  <a:pt x="10066" y="0"/>
                </a:lnTo>
                <a:close/>
              </a:path>
            </a:pathLst>
          </a:custGeom>
          <a:solidFill>
            <a:srgbClr val="72B1D7"/>
          </a:solidFill>
          <a:ln w="12700" cap="flat">
            <a:noFill/>
            <a:miter lim="400000"/>
          </a:ln>
          <a:effectLst/>
        </p:spPr>
        <p:txBody>
          <a:bodyPr wrap="square" lIns="0" tIns="0" rIns="0" bIns="0" numCol="1" anchor="t">
            <a:noAutofit/>
          </a:bodyPr>
          <a:lstStyle/>
          <a:p>
            <a:pPr>
              <a:defRPr>
                <a:solidFill>
                  <a:srgbClr val="4C4C4C"/>
                </a:solidFill>
              </a:defRPr>
            </a:pPr>
            <a:endParaRPr sz="2532" dirty="0">
              <a:latin typeface="Lato Light" panose="020F0502020204030203" pitchFamily="34" charset="0"/>
            </a:endParaRPr>
          </a:p>
        </p:txBody>
      </p:sp>
      <p:sp>
        <p:nvSpPr>
          <p:cNvPr id="7" name="Shape 4573">
            <a:extLst>
              <a:ext uri="{FF2B5EF4-FFF2-40B4-BE49-F238E27FC236}">
                <a16:creationId xmlns:a16="http://schemas.microsoft.com/office/drawing/2014/main" id="{27CC20FA-7847-664F-9D01-B8A51F23FB41}"/>
              </a:ext>
            </a:extLst>
          </p:cNvPr>
          <p:cNvSpPr/>
          <p:nvPr/>
        </p:nvSpPr>
        <p:spPr>
          <a:xfrm rot="10325804">
            <a:off x="7060534" y="5482547"/>
            <a:ext cx="1197836" cy="181860"/>
          </a:xfrm>
          <a:custGeom>
            <a:avLst/>
            <a:gdLst/>
            <a:ahLst/>
            <a:cxnLst>
              <a:cxn ang="0">
                <a:pos x="wd2" y="hd2"/>
              </a:cxn>
              <a:cxn ang="5400000">
                <a:pos x="wd2" y="hd2"/>
              </a:cxn>
              <a:cxn ang="10800000">
                <a:pos x="wd2" y="hd2"/>
              </a:cxn>
              <a:cxn ang="16200000">
                <a:pos x="wd2" y="hd2"/>
              </a:cxn>
            </a:cxnLst>
            <a:rect l="0" t="0" r="r" b="b"/>
            <a:pathLst>
              <a:path w="21600" h="20427" extrusionOk="0">
                <a:moveTo>
                  <a:pt x="0" y="20427"/>
                </a:moveTo>
                <a:cubicBezTo>
                  <a:pt x="3482" y="5935"/>
                  <a:pt x="7623" y="-1173"/>
                  <a:pt x="11805" y="158"/>
                </a:cubicBezTo>
                <a:cubicBezTo>
                  <a:pt x="15304" y="1271"/>
                  <a:pt x="18690" y="8276"/>
                  <a:pt x="21600" y="20427"/>
                </a:cubicBezTo>
              </a:path>
            </a:pathLst>
          </a:custGeom>
          <a:noFill/>
          <a:ln w="38100" cap="flat">
            <a:solidFill>
              <a:schemeClr val="bg1">
                <a:lumMod val="85000"/>
              </a:schemeClr>
            </a:solidFill>
            <a:prstDash val="solid"/>
            <a:miter lim="400000"/>
            <a:tailEnd type="triangle" w="lg" len="lg"/>
          </a:ln>
          <a:effectLst/>
        </p:spPr>
        <p:txBody>
          <a:bodyPr wrap="square" lIns="0" tIns="0" rIns="0" bIns="0" numCol="1" anchor="ctr">
            <a:noAutofit/>
          </a:bodyPr>
          <a:lstStyle/>
          <a:p>
            <a:pPr>
              <a:defRPr sz="1200">
                <a:solidFill>
                  <a:srgbClr val="000000"/>
                </a:solidFill>
                <a:latin typeface="Helvetica"/>
                <a:ea typeface="Helvetica"/>
                <a:cs typeface="Helvetica"/>
                <a:sym typeface="Helvetica"/>
              </a:defRPr>
            </a:pPr>
            <a:endParaRPr sz="844" dirty="0">
              <a:latin typeface="Lato Light" panose="020F0502020204030203" pitchFamily="34" charset="0"/>
              <a:ea typeface="Lato Light" panose="020F0502020204030203" pitchFamily="34" charset="0"/>
              <a:cs typeface="Lato Light" panose="020F0502020204030203" pitchFamily="34" charset="0"/>
            </a:endParaRPr>
          </a:p>
        </p:txBody>
      </p:sp>
      <p:sp>
        <p:nvSpPr>
          <p:cNvPr id="8" name="Shape 4574">
            <a:extLst>
              <a:ext uri="{FF2B5EF4-FFF2-40B4-BE49-F238E27FC236}">
                <a16:creationId xmlns:a16="http://schemas.microsoft.com/office/drawing/2014/main" id="{72E71E4C-F265-974B-8120-474F73FB2772}"/>
              </a:ext>
            </a:extLst>
          </p:cNvPr>
          <p:cNvSpPr/>
          <p:nvPr/>
        </p:nvSpPr>
        <p:spPr>
          <a:xfrm rot="21196011">
            <a:off x="4285505" y="1991163"/>
            <a:ext cx="1197835" cy="181860"/>
          </a:xfrm>
          <a:custGeom>
            <a:avLst/>
            <a:gdLst/>
            <a:ahLst/>
            <a:cxnLst>
              <a:cxn ang="0">
                <a:pos x="wd2" y="hd2"/>
              </a:cxn>
              <a:cxn ang="5400000">
                <a:pos x="wd2" y="hd2"/>
              </a:cxn>
              <a:cxn ang="10800000">
                <a:pos x="wd2" y="hd2"/>
              </a:cxn>
              <a:cxn ang="16200000">
                <a:pos x="wd2" y="hd2"/>
              </a:cxn>
            </a:cxnLst>
            <a:rect l="0" t="0" r="r" b="b"/>
            <a:pathLst>
              <a:path w="21600" h="20427" extrusionOk="0">
                <a:moveTo>
                  <a:pt x="0" y="20427"/>
                </a:moveTo>
                <a:cubicBezTo>
                  <a:pt x="3482" y="5935"/>
                  <a:pt x="7623" y="-1173"/>
                  <a:pt x="11805" y="158"/>
                </a:cubicBezTo>
                <a:cubicBezTo>
                  <a:pt x="15304" y="1271"/>
                  <a:pt x="18690" y="8276"/>
                  <a:pt x="21600" y="20427"/>
                </a:cubicBezTo>
              </a:path>
            </a:pathLst>
          </a:custGeom>
          <a:noFill/>
          <a:ln w="38100" cap="flat">
            <a:solidFill>
              <a:schemeClr val="bg1">
                <a:lumMod val="85000"/>
              </a:schemeClr>
            </a:solidFill>
            <a:prstDash val="solid"/>
            <a:miter lim="400000"/>
            <a:tailEnd type="triangle" w="lg" len="lg"/>
          </a:ln>
          <a:effectLst/>
        </p:spPr>
        <p:txBody>
          <a:bodyPr wrap="square" lIns="0" tIns="0" rIns="0" bIns="0" numCol="1" anchor="ctr">
            <a:noAutofit/>
          </a:bodyPr>
          <a:lstStyle/>
          <a:p>
            <a:pPr>
              <a:defRPr sz="1200">
                <a:solidFill>
                  <a:srgbClr val="000000"/>
                </a:solidFill>
                <a:latin typeface="Helvetica"/>
                <a:ea typeface="Helvetica"/>
                <a:cs typeface="Helvetica"/>
                <a:sym typeface="Helvetica"/>
              </a:defRPr>
            </a:pPr>
            <a:endParaRPr sz="844" dirty="0">
              <a:latin typeface="Lato Light" panose="020F0502020204030203" pitchFamily="34" charset="0"/>
              <a:ea typeface="Lato Light" panose="020F0502020204030203" pitchFamily="34" charset="0"/>
              <a:cs typeface="Lato Light" panose="020F0502020204030203" pitchFamily="34" charset="0"/>
            </a:endParaRPr>
          </a:p>
        </p:txBody>
      </p:sp>
      <p:sp>
        <p:nvSpPr>
          <p:cNvPr id="14" name="Shape 4575">
            <a:extLst>
              <a:ext uri="{FF2B5EF4-FFF2-40B4-BE49-F238E27FC236}">
                <a16:creationId xmlns:a16="http://schemas.microsoft.com/office/drawing/2014/main" id="{CA1016E6-8C61-C944-B419-B09C577E2396}"/>
              </a:ext>
            </a:extLst>
          </p:cNvPr>
          <p:cNvSpPr/>
          <p:nvPr/>
        </p:nvSpPr>
        <p:spPr>
          <a:xfrm>
            <a:off x="5701742" y="1284524"/>
            <a:ext cx="2429204" cy="2429204"/>
          </a:xfrm>
          <a:custGeom>
            <a:avLst/>
            <a:gdLst/>
            <a:ahLst/>
            <a:cxnLst>
              <a:cxn ang="0">
                <a:pos x="wd2" y="hd2"/>
              </a:cxn>
              <a:cxn ang="5400000">
                <a:pos x="wd2" y="hd2"/>
              </a:cxn>
              <a:cxn ang="10800000">
                <a:pos x="wd2" y="hd2"/>
              </a:cxn>
              <a:cxn ang="16200000">
                <a:pos x="wd2" y="hd2"/>
              </a:cxn>
            </a:cxnLst>
            <a:rect l="0" t="0" r="r" b="b"/>
            <a:pathLst>
              <a:path w="21600" h="21600" extrusionOk="0">
                <a:moveTo>
                  <a:pt x="10066" y="0"/>
                </a:moveTo>
                <a:cubicBezTo>
                  <a:pt x="9771" y="0"/>
                  <a:pt x="9485" y="246"/>
                  <a:pt x="9442" y="538"/>
                </a:cubicBezTo>
                <a:lnTo>
                  <a:pt x="9222" y="2047"/>
                </a:lnTo>
                <a:cubicBezTo>
                  <a:pt x="7990" y="2268"/>
                  <a:pt x="6797" y="2754"/>
                  <a:pt x="5728" y="3497"/>
                </a:cubicBezTo>
                <a:lnTo>
                  <a:pt x="4504" y="2585"/>
                </a:lnTo>
                <a:cubicBezTo>
                  <a:pt x="4277" y="2415"/>
                  <a:pt x="3882" y="2444"/>
                  <a:pt x="3681" y="2644"/>
                </a:cubicBezTo>
                <a:lnTo>
                  <a:pt x="2644" y="3681"/>
                </a:lnTo>
                <a:cubicBezTo>
                  <a:pt x="2436" y="3890"/>
                  <a:pt x="2409" y="4268"/>
                  <a:pt x="2585" y="4504"/>
                </a:cubicBezTo>
                <a:lnTo>
                  <a:pt x="3497" y="5728"/>
                </a:lnTo>
                <a:cubicBezTo>
                  <a:pt x="2754" y="6797"/>
                  <a:pt x="2268" y="7990"/>
                  <a:pt x="2047" y="9222"/>
                </a:cubicBezTo>
                <a:lnTo>
                  <a:pt x="538" y="9442"/>
                </a:lnTo>
                <a:cubicBezTo>
                  <a:pt x="246" y="9485"/>
                  <a:pt x="0" y="9771"/>
                  <a:pt x="0" y="10066"/>
                </a:cubicBezTo>
                <a:lnTo>
                  <a:pt x="0" y="11534"/>
                </a:lnTo>
                <a:cubicBezTo>
                  <a:pt x="0" y="11829"/>
                  <a:pt x="246" y="12115"/>
                  <a:pt x="538" y="12158"/>
                </a:cubicBezTo>
                <a:lnTo>
                  <a:pt x="2047" y="12378"/>
                </a:lnTo>
                <a:cubicBezTo>
                  <a:pt x="2268" y="13610"/>
                  <a:pt x="2754" y="14803"/>
                  <a:pt x="3497" y="15872"/>
                </a:cubicBezTo>
                <a:lnTo>
                  <a:pt x="2585" y="17096"/>
                </a:lnTo>
                <a:cubicBezTo>
                  <a:pt x="2409" y="17333"/>
                  <a:pt x="2435" y="17707"/>
                  <a:pt x="2644" y="17916"/>
                </a:cubicBezTo>
                <a:lnTo>
                  <a:pt x="3681" y="18956"/>
                </a:lnTo>
                <a:cubicBezTo>
                  <a:pt x="3882" y="19156"/>
                  <a:pt x="4277" y="19185"/>
                  <a:pt x="4504" y="19015"/>
                </a:cubicBezTo>
                <a:lnTo>
                  <a:pt x="5731" y="18103"/>
                </a:lnTo>
                <a:cubicBezTo>
                  <a:pt x="6799" y="18846"/>
                  <a:pt x="7990" y="19332"/>
                  <a:pt x="9222" y="19553"/>
                </a:cubicBezTo>
                <a:lnTo>
                  <a:pt x="9442" y="21062"/>
                </a:lnTo>
                <a:cubicBezTo>
                  <a:pt x="9485" y="21354"/>
                  <a:pt x="9771" y="21600"/>
                  <a:pt x="10066" y="21600"/>
                </a:cubicBezTo>
                <a:lnTo>
                  <a:pt x="11534" y="21600"/>
                </a:lnTo>
                <a:cubicBezTo>
                  <a:pt x="11829" y="21600"/>
                  <a:pt x="12115" y="21354"/>
                  <a:pt x="12158" y="21062"/>
                </a:cubicBezTo>
                <a:lnTo>
                  <a:pt x="12381" y="19553"/>
                </a:lnTo>
                <a:cubicBezTo>
                  <a:pt x="13612" y="19332"/>
                  <a:pt x="14802" y="18845"/>
                  <a:pt x="15869" y="18103"/>
                </a:cubicBezTo>
                <a:lnTo>
                  <a:pt x="17096" y="19015"/>
                </a:lnTo>
                <a:cubicBezTo>
                  <a:pt x="17196" y="19090"/>
                  <a:pt x="17329" y="19131"/>
                  <a:pt x="17467" y="19131"/>
                </a:cubicBezTo>
                <a:cubicBezTo>
                  <a:pt x="17642" y="19131"/>
                  <a:pt x="17807" y="19067"/>
                  <a:pt x="17919" y="18956"/>
                </a:cubicBezTo>
                <a:lnTo>
                  <a:pt x="18956" y="17919"/>
                </a:lnTo>
                <a:cubicBezTo>
                  <a:pt x="19164" y="17710"/>
                  <a:pt x="19191" y="17332"/>
                  <a:pt x="19015" y="17096"/>
                </a:cubicBezTo>
                <a:lnTo>
                  <a:pt x="18103" y="15872"/>
                </a:lnTo>
                <a:cubicBezTo>
                  <a:pt x="18846" y="14803"/>
                  <a:pt x="19332" y="13610"/>
                  <a:pt x="19553" y="12378"/>
                </a:cubicBezTo>
                <a:lnTo>
                  <a:pt x="21062" y="12158"/>
                </a:lnTo>
                <a:cubicBezTo>
                  <a:pt x="21354" y="12115"/>
                  <a:pt x="21600" y="11829"/>
                  <a:pt x="21600" y="11534"/>
                </a:cubicBezTo>
                <a:lnTo>
                  <a:pt x="21600" y="10066"/>
                </a:lnTo>
                <a:cubicBezTo>
                  <a:pt x="21600" y="9771"/>
                  <a:pt x="21354" y="9485"/>
                  <a:pt x="21062" y="9442"/>
                </a:cubicBezTo>
                <a:lnTo>
                  <a:pt x="19553" y="9222"/>
                </a:lnTo>
                <a:cubicBezTo>
                  <a:pt x="19332" y="7990"/>
                  <a:pt x="18846" y="6797"/>
                  <a:pt x="18103" y="5728"/>
                </a:cubicBezTo>
                <a:lnTo>
                  <a:pt x="19015" y="4504"/>
                </a:lnTo>
                <a:cubicBezTo>
                  <a:pt x="19191" y="4268"/>
                  <a:pt x="19164" y="3893"/>
                  <a:pt x="18956" y="3684"/>
                </a:cubicBezTo>
                <a:lnTo>
                  <a:pt x="17919" y="2644"/>
                </a:lnTo>
                <a:cubicBezTo>
                  <a:pt x="17719" y="2444"/>
                  <a:pt x="17323" y="2416"/>
                  <a:pt x="17096" y="2585"/>
                </a:cubicBezTo>
                <a:lnTo>
                  <a:pt x="15872" y="3497"/>
                </a:lnTo>
                <a:cubicBezTo>
                  <a:pt x="14804" y="2754"/>
                  <a:pt x="13612" y="2268"/>
                  <a:pt x="12381" y="2047"/>
                </a:cubicBezTo>
                <a:lnTo>
                  <a:pt x="12158" y="538"/>
                </a:lnTo>
                <a:cubicBezTo>
                  <a:pt x="12115" y="246"/>
                  <a:pt x="11829" y="0"/>
                  <a:pt x="11534" y="0"/>
                </a:cubicBezTo>
                <a:lnTo>
                  <a:pt x="10066" y="0"/>
                </a:lnTo>
                <a:close/>
              </a:path>
            </a:pathLst>
          </a:custGeom>
          <a:solidFill>
            <a:schemeClr val="accent2"/>
          </a:solidFill>
          <a:ln w="12700" cap="flat">
            <a:noFill/>
            <a:miter lim="400000"/>
          </a:ln>
          <a:effectLst/>
        </p:spPr>
        <p:txBody>
          <a:bodyPr wrap="square" lIns="0" tIns="0" rIns="0" bIns="0" numCol="1" anchor="t">
            <a:noAutofit/>
          </a:bodyPr>
          <a:lstStyle/>
          <a:p>
            <a:pPr>
              <a:defRPr>
                <a:solidFill>
                  <a:srgbClr val="4C4C4C"/>
                </a:solidFill>
              </a:defRPr>
            </a:pPr>
            <a:endParaRPr sz="2532" dirty="0">
              <a:latin typeface="Lato Light" panose="020F0502020204030203" pitchFamily="34" charset="0"/>
            </a:endParaRPr>
          </a:p>
        </p:txBody>
      </p:sp>
      <p:sp>
        <p:nvSpPr>
          <p:cNvPr id="11" name="Shape 4579">
            <a:extLst>
              <a:ext uri="{FF2B5EF4-FFF2-40B4-BE49-F238E27FC236}">
                <a16:creationId xmlns:a16="http://schemas.microsoft.com/office/drawing/2014/main" id="{32660CB9-851D-F04F-A8F7-5975255B0C85}"/>
              </a:ext>
            </a:extLst>
          </p:cNvPr>
          <p:cNvSpPr/>
          <p:nvPr/>
        </p:nvSpPr>
        <p:spPr>
          <a:xfrm>
            <a:off x="8574736" y="3192066"/>
            <a:ext cx="2429204" cy="2429204"/>
          </a:xfrm>
          <a:custGeom>
            <a:avLst/>
            <a:gdLst/>
            <a:ahLst/>
            <a:cxnLst>
              <a:cxn ang="0">
                <a:pos x="wd2" y="hd2"/>
              </a:cxn>
              <a:cxn ang="5400000">
                <a:pos x="wd2" y="hd2"/>
              </a:cxn>
              <a:cxn ang="10800000">
                <a:pos x="wd2" y="hd2"/>
              </a:cxn>
              <a:cxn ang="16200000">
                <a:pos x="wd2" y="hd2"/>
              </a:cxn>
            </a:cxnLst>
            <a:rect l="0" t="0" r="r" b="b"/>
            <a:pathLst>
              <a:path w="21600" h="21600" extrusionOk="0">
                <a:moveTo>
                  <a:pt x="10066" y="0"/>
                </a:moveTo>
                <a:cubicBezTo>
                  <a:pt x="9771" y="0"/>
                  <a:pt x="9485" y="246"/>
                  <a:pt x="9442" y="538"/>
                </a:cubicBezTo>
                <a:lnTo>
                  <a:pt x="9222" y="2047"/>
                </a:lnTo>
                <a:cubicBezTo>
                  <a:pt x="7990" y="2268"/>
                  <a:pt x="6797" y="2754"/>
                  <a:pt x="5728" y="3497"/>
                </a:cubicBezTo>
                <a:lnTo>
                  <a:pt x="4504" y="2585"/>
                </a:lnTo>
                <a:cubicBezTo>
                  <a:pt x="4277" y="2415"/>
                  <a:pt x="3882" y="2444"/>
                  <a:pt x="3681" y="2644"/>
                </a:cubicBezTo>
                <a:lnTo>
                  <a:pt x="2644" y="3681"/>
                </a:lnTo>
                <a:cubicBezTo>
                  <a:pt x="2436" y="3890"/>
                  <a:pt x="2409" y="4268"/>
                  <a:pt x="2585" y="4504"/>
                </a:cubicBezTo>
                <a:lnTo>
                  <a:pt x="3497" y="5728"/>
                </a:lnTo>
                <a:cubicBezTo>
                  <a:pt x="2754" y="6797"/>
                  <a:pt x="2268" y="7990"/>
                  <a:pt x="2047" y="9222"/>
                </a:cubicBezTo>
                <a:lnTo>
                  <a:pt x="538" y="9442"/>
                </a:lnTo>
                <a:cubicBezTo>
                  <a:pt x="246" y="9485"/>
                  <a:pt x="0" y="9771"/>
                  <a:pt x="0" y="10066"/>
                </a:cubicBezTo>
                <a:lnTo>
                  <a:pt x="0" y="11534"/>
                </a:lnTo>
                <a:cubicBezTo>
                  <a:pt x="0" y="11829"/>
                  <a:pt x="246" y="12115"/>
                  <a:pt x="538" y="12158"/>
                </a:cubicBezTo>
                <a:lnTo>
                  <a:pt x="2047" y="12378"/>
                </a:lnTo>
                <a:cubicBezTo>
                  <a:pt x="2268" y="13610"/>
                  <a:pt x="2754" y="14803"/>
                  <a:pt x="3497" y="15872"/>
                </a:cubicBezTo>
                <a:lnTo>
                  <a:pt x="2585" y="17096"/>
                </a:lnTo>
                <a:cubicBezTo>
                  <a:pt x="2409" y="17333"/>
                  <a:pt x="2435" y="17707"/>
                  <a:pt x="2644" y="17916"/>
                </a:cubicBezTo>
                <a:lnTo>
                  <a:pt x="3681" y="18956"/>
                </a:lnTo>
                <a:cubicBezTo>
                  <a:pt x="3882" y="19156"/>
                  <a:pt x="4277" y="19185"/>
                  <a:pt x="4504" y="19015"/>
                </a:cubicBezTo>
                <a:lnTo>
                  <a:pt x="5731" y="18103"/>
                </a:lnTo>
                <a:cubicBezTo>
                  <a:pt x="6799" y="18846"/>
                  <a:pt x="7990" y="19332"/>
                  <a:pt x="9222" y="19553"/>
                </a:cubicBezTo>
                <a:lnTo>
                  <a:pt x="9442" y="21062"/>
                </a:lnTo>
                <a:cubicBezTo>
                  <a:pt x="9485" y="21354"/>
                  <a:pt x="9771" y="21600"/>
                  <a:pt x="10066" y="21600"/>
                </a:cubicBezTo>
                <a:lnTo>
                  <a:pt x="11534" y="21600"/>
                </a:lnTo>
                <a:cubicBezTo>
                  <a:pt x="11829" y="21600"/>
                  <a:pt x="12115" y="21354"/>
                  <a:pt x="12158" y="21062"/>
                </a:cubicBezTo>
                <a:lnTo>
                  <a:pt x="12381" y="19553"/>
                </a:lnTo>
                <a:cubicBezTo>
                  <a:pt x="13612" y="19332"/>
                  <a:pt x="14802" y="18845"/>
                  <a:pt x="15869" y="18103"/>
                </a:cubicBezTo>
                <a:lnTo>
                  <a:pt x="17096" y="19015"/>
                </a:lnTo>
                <a:cubicBezTo>
                  <a:pt x="17196" y="19090"/>
                  <a:pt x="17329" y="19131"/>
                  <a:pt x="17467" y="19131"/>
                </a:cubicBezTo>
                <a:cubicBezTo>
                  <a:pt x="17642" y="19131"/>
                  <a:pt x="17807" y="19067"/>
                  <a:pt x="17919" y="18956"/>
                </a:cubicBezTo>
                <a:lnTo>
                  <a:pt x="18956" y="17919"/>
                </a:lnTo>
                <a:cubicBezTo>
                  <a:pt x="19164" y="17710"/>
                  <a:pt x="19191" y="17332"/>
                  <a:pt x="19015" y="17096"/>
                </a:cubicBezTo>
                <a:lnTo>
                  <a:pt x="18103" y="15872"/>
                </a:lnTo>
                <a:cubicBezTo>
                  <a:pt x="18846" y="14803"/>
                  <a:pt x="19332" y="13610"/>
                  <a:pt x="19553" y="12378"/>
                </a:cubicBezTo>
                <a:lnTo>
                  <a:pt x="21062" y="12158"/>
                </a:lnTo>
                <a:cubicBezTo>
                  <a:pt x="21354" y="12115"/>
                  <a:pt x="21600" y="11829"/>
                  <a:pt x="21600" y="11534"/>
                </a:cubicBezTo>
                <a:lnTo>
                  <a:pt x="21600" y="10066"/>
                </a:lnTo>
                <a:cubicBezTo>
                  <a:pt x="21600" y="9771"/>
                  <a:pt x="21354" y="9485"/>
                  <a:pt x="21062" y="9442"/>
                </a:cubicBezTo>
                <a:lnTo>
                  <a:pt x="19553" y="9222"/>
                </a:lnTo>
                <a:cubicBezTo>
                  <a:pt x="19332" y="7990"/>
                  <a:pt x="18846" y="6797"/>
                  <a:pt x="18103" y="5728"/>
                </a:cubicBezTo>
                <a:lnTo>
                  <a:pt x="19015" y="4504"/>
                </a:lnTo>
                <a:cubicBezTo>
                  <a:pt x="19191" y="4268"/>
                  <a:pt x="19164" y="3893"/>
                  <a:pt x="18956" y="3684"/>
                </a:cubicBezTo>
                <a:lnTo>
                  <a:pt x="17919" y="2644"/>
                </a:lnTo>
                <a:cubicBezTo>
                  <a:pt x="17719" y="2444"/>
                  <a:pt x="17323" y="2416"/>
                  <a:pt x="17096" y="2585"/>
                </a:cubicBezTo>
                <a:lnTo>
                  <a:pt x="15872" y="3497"/>
                </a:lnTo>
                <a:cubicBezTo>
                  <a:pt x="14804" y="2754"/>
                  <a:pt x="13612" y="2268"/>
                  <a:pt x="12381" y="2047"/>
                </a:cubicBezTo>
                <a:lnTo>
                  <a:pt x="12158" y="538"/>
                </a:lnTo>
                <a:cubicBezTo>
                  <a:pt x="12115" y="246"/>
                  <a:pt x="11829" y="0"/>
                  <a:pt x="11534" y="0"/>
                </a:cubicBezTo>
                <a:lnTo>
                  <a:pt x="10066" y="0"/>
                </a:lnTo>
                <a:close/>
              </a:path>
            </a:pathLst>
          </a:custGeom>
          <a:solidFill>
            <a:schemeClr val="accent3"/>
          </a:solidFill>
          <a:ln w="12700" cap="flat">
            <a:noFill/>
            <a:miter lim="400000"/>
          </a:ln>
          <a:effectLst/>
        </p:spPr>
        <p:txBody>
          <a:bodyPr wrap="square" lIns="0" tIns="0" rIns="0" bIns="0" numCol="1" anchor="t">
            <a:noAutofit/>
          </a:bodyPr>
          <a:lstStyle/>
          <a:p>
            <a:pPr>
              <a:defRPr>
                <a:solidFill>
                  <a:srgbClr val="4C4C4C"/>
                </a:solidFill>
              </a:defRPr>
            </a:pPr>
            <a:endParaRPr sz="2532" dirty="0">
              <a:latin typeface="Lato Light" panose="020F0502020204030203" pitchFamily="34" charset="0"/>
            </a:endParaRPr>
          </a:p>
        </p:txBody>
      </p:sp>
      <p:sp>
        <p:nvSpPr>
          <p:cNvPr id="24" name="TextBox 23">
            <a:hlinkClick r:id="rId2" action="ppaction://hlinksldjump"/>
            <a:extLst>
              <a:ext uri="{FF2B5EF4-FFF2-40B4-BE49-F238E27FC236}">
                <a16:creationId xmlns:a16="http://schemas.microsoft.com/office/drawing/2014/main" id="{015DDDA4-11CA-734C-B3EF-7CAD67CA9D83}"/>
              </a:ext>
            </a:extLst>
          </p:cNvPr>
          <p:cNvSpPr txBox="1"/>
          <p:nvPr/>
        </p:nvSpPr>
        <p:spPr>
          <a:xfrm>
            <a:off x="3993501" y="291270"/>
            <a:ext cx="4204997"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E" sz="3200" b="1" dirty="0">
                <a:solidFill>
                  <a:srgbClr val="0E2841"/>
                </a:solidFill>
                <a:latin typeface="Poppins" pitchFamily="2" charset="77"/>
                <a:cs typeface="Poppins" pitchFamily="2" charset="77"/>
              </a:rPr>
              <a:t>Security Programs </a:t>
            </a:r>
            <a:endParaRPr lang="en-US" sz="3200" b="1" dirty="0">
              <a:solidFill>
                <a:srgbClr val="0E2841"/>
              </a:solidFill>
              <a:latin typeface="Poppins" pitchFamily="2" charset="77"/>
              <a:cs typeface="Poppins" pitchFamily="2" charset="77"/>
            </a:endParaRPr>
          </a:p>
        </p:txBody>
      </p:sp>
      <p:sp>
        <p:nvSpPr>
          <p:cNvPr id="26" name="TextBox 25">
            <a:extLst>
              <a:ext uri="{FF2B5EF4-FFF2-40B4-BE49-F238E27FC236}">
                <a16:creationId xmlns:a16="http://schemas.microsoft.com/office/drawing/2014/main" id="{A2D1114E-F832-7647-B4BD-0C9727BF0C18}"/>
              </a:ext>
            </a:extLst>
          </p:cNvPr>
          <p:cNvSpPr txBox="1"/>
          <p:nvPr/>
        </p:nvSpPr>
        <p:spPr>
          <a:xfrm>
            <a:off x="1944369" y="2351782"/>
            <a:ext cx="1971300" cy="1077218"/>
          </a:xfrm>
          <a:prstGeom prst="rect">
            <a:avLst/>
          </a:prstGeom>
          <a:noFill/>
        </p:spPr>
        <p:txBody>
          <a:bodyPr wrap="square" rtlCol="0" anchor="ctr">
            <a:spAutoFit/>
          </a:bodyPr>
          <a:lstStyle/>
          <a:p>
            <a:pPr algn="ctr"/>
            <a:r>
              <a:rPr lang="en-US" sz="1600" b="1" dirty="0">
                <a:solidFill>
                  <a:schemeClr val="bg1"/>
                </a:solidFill>
                <a:latin typeface="Poppins" pitchFamily="2" charset="77"/>
                <a:cs typeface="Poppins" pitchFamily="2" charset="77"/>
              </a:rPr>
              <a:t>Data classification / DLP Implementation </a:t>
            </a:r>
          </a:p>
        </p:txBody>
      </p:sp>
      <p:sp>
        <p:nvSpPr>
          <p:cNvPr id="31" name="TextBox 30">
            <a:extLst>
              <a:ext uri="{FF2B5EF4-FFF2-40B4-BE49-F238E27FC236}">
                <a16:creationId xmlns:a16="http://schemas.microsoft.com/office/drawing/2014/main" id="{3EB1D96F-2BF8-024C-B37B-0EB3C5E687D8}"/>
              </a:ext>
            </a:extLst>
          </p:cNvPr>
          <p:cNvSpPr txBox="1"/>
          <p:nvPr/>
        </p:nvSpPr>
        <p:spPr>
          <a:xfrm>
            <a:off x="5989493" y="2024766"/>
            <a:ext cx="1853702" cy="1077218"/>
          </a:xfrm>
          <a:prstGeom prst="rect">
            <a:avLst/>
          </a:prstGeom>
          <a:noFill/>
        </p:spPr>
        <p:txBody>
          <a:bodyPr wrap="square" rtlCol="0" anchor="ctr">
            <a:spAutoFit/>
          </a:bodyPr>
          <a:lstStyle>
            <a:defPPr>
              <a:defRPr lang="en-AE"/>
            </a:defPPr>
            <a:lvl1pPr algn="ctr">
              <a:defRPr sz="1600" b="1">
                <a:solidFill>
                  <a:schemeClr val="bg1"/>
                </a:solidFill>
                <a:latin typeface="Poppins" pitchFamily="2" charset="77"/>
                <a:cs typeface="Poppins" pitchFamily="2" charset="77"/>
              </a:defRPr>
            </a:lvl1pPr>
          </a:lstStyle>
          <a:p>
            <a:r>
              <a:rPr lang="en-AE" dirty="0"/>
              <a:t>Overall Security Architecture Review &amp; Assessment </a:t>
            </a:r>
            <a:endParaRPr lang="en-US" dirty="0"/>
          </a:p>
        </p:txBody>
      </p:sp>
      <p:sp>
        <p:nvSpPr>
          <p:cNvPr id="35" name="TextBox 34">
            <a:extLst>
              <a:ext uri="{FF2B5EF4-FFF2-40B4-BE49-F238E27FC236}">
                <a16:creationId xmlns:a16="http://schemas.microsoft.com/office/drawing/2014/main" id="{81DFAB09-DDA9-364E-91A3-9825F9885A1F}"/>
              </a:ext>
            </a:extLst>
          </p:cNvPr>
          <p:cNvSpPr txBox="1"/>
          <p:nvPr/>
        </p:nvSpPr>
        <p:spPr>
          <a:xfrm>
            <a:off x="8981486" y="4047546"/>
            <a:ext cx="1639782" cy="584775"/>
          </a:xfrm>
          <a:prstGeom prst="rect">
            <a:avLst/>
          </a:prstGeom>
          <a:noFill/>
        </p:spPr>
        <p:txBody>
          <a:bodyPr wrap="square" rtlCol="0" anchor="ctr">
            <a:spAutoFit/>
          </a:bodyPr>
          <a:lstStyle>
            <a:defPPr>
              <a:defRPr lang="en-AE"/>
            </a:defPPr>
            <a:lvl1pPr algn="ctr">
              <a:defRPr sz="1600" b="1">
                <a:solidFill>
                  <a:schemeClr val="bg1"/>
                </a:solidFill>
                <a:latin typeface="Poppins" pitchFamily="2" charset="77"/>
                <a:cs typeface="Poppins" pitchFamily="2" charset="77"/>
              </a:defRPr>
            </a:lvl1pPr>
          </a:lstStyle>
          <a:p>
            <a:r>
              <a:rPr lang="en-US" dirty="0"/>
              <a:t>Cloud Migration </a:t>
            </a:r>
          </a:p>
        </p:txBody>
      </p:sp>
      <p:sp>
        <p:nvSpPr>
          <p:cNvPr id="39" name="TextBox 38">
            <a:extLst>
              <a:ext uri="{FF2B5EF4-FFF2-40B4-BE49-F238E27FC236}">
                <a16:creationId xmlns:a16="http://schemas.microsoft.com/office/drawing/2014/main" id="{FA9191CD-E261-324A-8198-294F08ABCA95}"/>
              </a:ext>
            </a:extLst>
          </p:cNvPr>
          <p:cNvSpPr txBox="1"/>
          <p:nvPr/>
        </p:nvSpPr>
        <p:spPr>
          <a:xfrm>
            <a:off x="4278974" y="4790272"/>
            <a:ext cx="1957869" cy="830997"/>
          </a:xfrm>
          <a:prstGeom prst="rect">
            <a:avLst/>
          </a:prstGeom>
          <a:noFill/>
        </p:spPr>
        <p:txBody>
          <a:bodyPr wrap="square" rtlCol="0" anchor="ctr">
            <a:spAutoFit/>
          </a:bodyPr>
          <a:lstStyle>
            <a:defPPr>
              <a:defRPr lang="en-AE"/>
            </a:defPPr>
            <a:lvl1pPr algn="ctr">
              <a:defRPr sz="1600" b="1">
                <a:solidFill>
                  <a:schemeClr val="bg1"/>
                </a:solidFill>
                <a:latin typeface="Poppins" pitchFamily="2" charset="77"/>
                <a:cs typeface="Poppins" pitchFamily="2" charset="77"/>
              </a:defRPr>
            </a:lvl1pPr>
          </a:lstStyle>
          <a:p>
            <a:r>
              <a:rPr lang="en-US" dirty="0"/>
              <a:t>Risk Assessment &amp; Risk Management </a:t>
            </a:r>
          </a:p>
        </p:txBody>
      </p:sp>
    </p:spTree>
    <p:extLst>
      <p:ext uri="{BB962C8B-B14F-4D97-AF65-F5344CB8AC3E}">
        <p14:creationId xmlns:p14="http://schemas.microsoft.com/office/powerpoint/2010/main" val="23209556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 name="TextBox 23">
            <a:hlinkClick r:id="" action="ppaction://noaction"/>
            <a:extLst>
              <a:ext uri="{FF2B5EF4-FFF2-40B4-BE49-F238E27FC236}">
                <a16:creationId xmlns:a16="http://schemas.microsoft.com/office/drawing/2014/main" id="{015DDDA4-11CA-734C-B3EF-7CAD67CA9D83}"/>
              </a:ext>
            </a:extLst>
          </p:cNvPr>
          <p:cNvSpPr txBox="1"/>
          <p:nvPr/>
        </p:nvSpPr>
        <p:spPr>
          <a:xfrm>
            <a:off x="1657124" y="-2457"/>
            <a:ext cx="8877751" cy="584775"/>
          </a:xfrm>
          <a:prstGeom prst="rect">
            <a:avLst/>
          </a:prstGeom>
          <a:noFill/>
        </p:spPr>
        <p:txBody>
          <a:bodyPr wrap="none" rtlCol="0">
            <a:spAutoFit/>
          </a:bodyPr>
          <a:lstStyle/>
          <a:p>
            <a:pPr algn="ctr"/>
            <a:r>
              <a:rPr lang="en-US" sz="3200" b="1" dirty="0">
                <a:solidFill>
                  <a:srgbClr val="0E2841"/>
                </a:solidFill>
                <a:latin typeface="Poppins" pitchFamily="2" charset="77"/>
                <a:cs typeface="Poppins" pitchFamily="2" charset="77"/>
              </a:rPr>
              <a:t>Data classification / DLP Implementation </a:t>
            </a:r>
          </a:p>
        </p:txBody>
      </p:sp>
      <p:sp>
        <p:nvSpPr>
          <p:cNvPr id="3" name="TextBox 2">
            <a:extLst>
              <a:ext uri="{FF2B5EF4-FFF2-40B4-BE49-F238E27FC236}">
                <a16:creationId xmlns:a16="http://schemas.microsoft.com/office/drawing/2014/main" id="{12D4C1A3-310B-014D-466B-99D3BB822E2D}"/>
              </a:ext>
            </a:extLst>
          </p:cNvPr>
          <p:cNvSpPr txBox="1"/>
          <p:nvPr/>
        </p:nvSpPr>
        <p:spPr>
          <a:xfrm>
            <a:off x="200722" y="428642"/>
            <a:ext cx="11716214" cy="415755"/>
          </a:xfrm>
          <a:prstGeom prst="rect">
            <a:avLst/>
          </a:prstGeom>
          <a:noFill/>
        </p:spPr>
        <p:txBody>
          <a:bodyPr wrap="square">
            <a:spAutoFit/>
          </a:bodyPr>
          <a:lstStyle/>
          <a:p>
            <a:pPr marL="6350" indent="-6350" algn="just">
              <a:lnSpc>
                <a:spcPct val="103000"/>
              </a:lnSpc>
              <a:spcAft>
                <a:spcPts val="15"/>
              </a:spcAft>
            </a:pPr>
            <a:r>
              <a:rPr lang="en-AE" sz="105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Data classification is the process of categorizing data based on its sensitivity, value, and criticality to the organization. This classification enables organizations to apply appropriate security controls, ensure compliance with regulations, and manage data effectively throughout its lifecycle. </a:t>
            </a:r>
          </a:p>
        </p:txBody>
      </p:sp>
      <p:sp>
        <p:nvSpPr>
          <p:cNvPr id="12" name="TextBox 11">
            <a:extLst>
              <a:ext uri="{FF2B5EF4-FFF2-40B4-BE49-F238E27FC236}">
                <a16:creationId xmlns:a16="http://schemas.microsoft.com/office/drawing/2014/main" id="{9013536A-18AF-9E4E-1A18-0CC4A811A39B}"/>
              </a:ext>
            </a:extLst>
          </p:cNvPr>
          <p:cNvSpPr txBox="1"/>
          <p:nvPr/>
        </p:nvSpPr>
        <p:spPr>
          <a:xfrm>
            <a:off x="6400800" y="1275496"/>
            <a:ext cx="5516136" cy="4872103"/>
          </a:xfrm>
          <a:prstGeom prst="rect">
            <a:avLst/>
          </a:prstGeom>
          <a:noFill/>
        </p:spPr>
        <p:txBody>
          <a:bodyPr wrap="square">
            <a:spAutoFit/>
          </a:bodyPr>
          <a:lstStyle/>
          <a:p>
            <a:pPr marL="6350" indent="-6350" algn="l">
              <a:lnSpc>
                <a:spcPct val="107000"/>
              </a:lnSpc>
              <a:spcAft>
                <a:spcPts val="15"/>
              </a:spcAft>
            </a:pPr>
            <a:r>
              <a:rPr lang="en-AE" sz="1000" b="1" kern="100" dirty="0">
                <a:solidFill>
                  <a:srgbClr val="156082"/>
                </a:solidFill>
                <a:effectLst/>
                <a:latin typeface="Amasis MT Pro" panose="02040504050005020304" pitchFamily="18" charset="77"/>
                <a:ea typeface="Amasis MT Pro" panose="02040504050005020304" pitchFamily="18" charset="77"/>
                <a:cs typeface="Amasis MT Pro" panose="02040504050005020304" pitchFamily="18" charset="77"/>
              </a:rPr>
              <a:t>Deliverables: </a:t>
            </a:r>
            <a:endParaRPr lang="en-AE" sz="10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l">
              <a:lnSpc>
                <a:spcPct val="107000"/>
              </a:lnSpc>
              <a:spcAft>
                <a:spcPts val="15"/>
              </a:spcAft>
            </a:pPr>
            <a:r>
              <a:rPr lang="en-AE" sz="1000" b="1" kern="100" dirty="0">
                <a:solidFill>
                  <a:srgbClr val="156082"/>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10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10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Data Classification Policy:</a:t>
            </a:r>
            <a:r>
              <a:rPr lang="en-AE" sz="10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 formal policy document that defines the objectives, scope, roles and responsibilities, and procedures for data classification within the organization. This policy serves as a foundation for the data classification program and outlines the criteria for classifying data, classification levels, and the handling of classified information. </a:t>
            </a:r>
          </a:p>
          <a:p>
            <a:pPr marL="6350" indent="-6350" algn="l">
              <a:lnSpc>
                <a:spcPct val="107000"/>
              </a:lnSpc>
              <a:spcAft>
                <a:spcPts val="15"/>
              </a:spcAft>
            </a:pPr>
            <a:r>
              <a:rPr lang="en-AE" sz="10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10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10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Data Classification Scheme</a:t>
            </a:r>
            <a:r>
              <a:rPr lang="en-AE" sz="10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 structured framework or taxonomy that defines the classification levels and criteria for categorizing data based on its sensitivity, value, and criticality to the organization. This scheme provides consistency and clarity in how data is classified across the organization. </a:t>
            </a:r>
          </a:p>
          <a:p>
            <a:pPr marL="6350" indent="-6350" algn="l">
              <a:lnSpc>
                <a:spcPct val="107000"/>
              </a:lnSpc>
              <a:spcAft>
                <a:spcPts val="15"/>
              </a:spcAft>
            </a:pPr>
            <a:r>
              <a:rPr lang="en-AE" sz="10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10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10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Data Inventory:</a:t>
            </a:r>
            <a:r>
              <a:rPr lang="en-AE" sz="10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An inventory or catalog of all data assets within the organization, including databases, files, documents, and other repositories. This inventory serves as a baseline for the data classification process and helps identify where sensitive information is stored. Based on this DLP can be configured and identify the sensitive document in electronic format. </a:t>
            </a:r>
          </a:p>
          <a:p>
            <a:pPr marL="6350" indent="-6350" algn="l">
              <a:lnSpc>
                <a:spcPct val="107000"/>
              </a:lnSpc>
              <a:spcAft>
                <a:spcPts val="15"/>
              </a:spcAft>
            </a:pPr>
            <a:r>
              <a:rPr lang="en-AE" sz="10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10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10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Access Control Policies:</a:t>
            </a:r>
            <a:r>
              <a:rPr lang="en-AE" sz="10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Policies and procedures for controlling access to classified data based on its classification level. This includes defining access controls, permissions, and authentication mechanisms to restrict access to authorized users and protect sensitive information from unauthorized disclosure or misuse. </a:t>
            </a:r>
          </a:p>
          <a:p>
            <a:pPr marL="6350" indent="-6350" algn="l">
              <a:lnSpc>
                <a:spcPct val="107000"/>
              </a:lnSpc>
              <a:spcAft>
                <a:spcPts val="15"/>
              </a:spcAft>
            </a:pPr>
            <a:r>
              <a:rPr lang="en-AE" sz="10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10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10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Handling and Storage Guidelines:</a:t>
            </a:r>
            <a:r>
              <a:rPr lang="en-AE" sz="10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Guidelines and procedures for handling, storing, transmitting, and disposing of classified data securely. This includes specifying encryption requirements, physical security measures, and protocols for data transfer and sharing. </a:t>
            </a:r>
          </a:p>
          <a:p>
            <a:pPr marL="6350" indent="-6350" algn="l">
              <a:lnSpc>
                <a:spcPct val="107000"/>
              </a:lnSpc>
              <a:spcAft>
                <a:spcPts val="15"/>
              </a:spcAft>
            </a:pPr>
            <a:r>
              <a:rPr lang="en-AE" sz="10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10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r>
              <a:rPr lang="en-AE" sz="1000" b="1"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Training and Awareness Materials:</a:t>
            </a:r>
            <a:r>
              <a:rPr lang="en-AE" sz="10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Training programs, educational materials, and awareness campaigns to educate employees about the importance of data classification, their roles and responsibilities in protecting classified information, and the procedures for handling classified data securely. </a:t>
            </a:r>
            <a:endParaRPr lang="en-AE" sz="1000" dirty="0"/>
          </a:p>
        </p:txBody>
      </p:sp>
      <p:graphicFrame>
        <p:nvGraphicFramePr>
          <p:cNvPr id="28" name="TextBox 8">
            <a:extLst>
              <a:ext uri="{FF2B5EF4-FFF2-40B4-BE49-F238E27FC236}">
                <a16:creationId xmlns:a16="http://schemas.microsoft.com/office/drawing/2014/main" id="{F21B5256-32E1-12F6-FE74-13F115706ED1}"/>
              </a:ext>
            </a:extLst>
          </p:cNvPr>
          <p:cNvGraphicFramePr/>
          <p:nvPr>
            <p:extLst>
              <p:ext uri="{D42A27DB-BD31-4B8C-83A1-F6EECF244321}">
                <p14:modId xmlns:p14="http://schemas.microsoft.com/office/powerpoint/2010/main" val="4051047946"/>
              </p:ext>
            </p:extLst>
          </p:nvPr>
        </p:nvGraphicFramePr>
        <p:xfrm>
          <a:off x="200723" y="898825"/>
          <a:ext cx="6200078" cy="56692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695178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a:hlinkClick r:id="" action="ppaction://noaction"/>
            <a:extLst>
              <a:ext uri="{FF2B5EF4-FFF2-40B4-BE49-F238E27FC236}">
                <a16:creationId xmlns:a16="http://schemas.microsoft.com/office/drawing/2014/main" id="{015DDDA4-11CA-734C-B3EF-7CAD67CA9D83}"/>
              </a:ext>
            </a:extLst>
          </p:cNvPr>
          <p:cNvSpPr txBox="1"/>
          <p:nvPr/>
        </p:nvSpPr>
        <p:spPr>
          <a:xfrm>
            <a:off x="1735365" y="0"/>
            <a:ext cx="8624118" cy="710299"/>
          </a:xfrm>
          <a:prstGeom prst="rect">
            <a:avLst/>
          </a:prstGeom>
        </p:spPr>
        <p:txBody>
          <a:bodyPr vert="horz" lIns="91440" tIns="45720" rIns="91440" bIns="45720" rtlCol="0" anchor="ctr">
            <a:normAutofit/>
          </a:bodyPr>
          <a:lstStyle>
            <a:defPPr>
              <a:defRPr lang="en-AE"/>
            </a:defPPr>
            <a:lvl1pPr algn="ctr">
              <a:defRPr sz="3200" b="1">
                <a:solidFill>
                  <a:srgbClr val="0E2841"/>
                </a:solidFill>
                <a:latin typeface="Poppins" pitchFamily="2" charset="77"/>
                <a:cs typeface="Poppins" pitchFamily="2" charset="77"/>
              </a:defRPr>
            </a:lvl1pPr>
          </a:lstStyle>
          <a:p>
            <a:pPr algn="l">
              <a:lnSpc>
                <a:spcPct val="90000"/>
              </a:lnSpc>
              <a:spcBef>
                <a:spcPct val="0"/>
              </a:spcBef>
              <a:spcAft>
                <a:spcPts val="600"/>
              </a:spcAft>
            </a:pPr>
            <a:r>
              <a:rPr lang="en-US" sz="4400" kern="1200" dirty="0">
                <a:solidFill>
                  <a:schemeClr val="tx1"/>
                </a:solidFill>
                <a:latin typeface="+mj-lt"/>
                <a:ea typeface="+mj-ea"/>
                <a:cs typeface="+mj-cs"/>
              </a:rPr>
              <a:t>Architecture Review &amp; Assessment</a:t>
            </a:r>
          </a:p>
        </p:txBody>
      </p:sp>
      <p:graphicFrame>
        <p:nvGraphicFramePr>
          <p:cNvPr id="2" name="TextBox 6">
            <a:extLst>
              <a:ext uri="{FF2B5EF4-FFF2-40B4-BE49-F238E27FC236}">
                <a16:creationId xmlns:a16="http://schemas.microsoft.com/office/drawing/2014/main" id="{F2F3F96D-8C3C-5734-CB56-DA93811EE406}"/>
              </a:ext>
            </a:extLst>
          </p:cNvPr>
          <p:cNvGraphicFramePr/>
          <p:nvPr/>
        </p:nvGraphicFramePr>
        <p:xfrm>
          <a:off x="139130" y="1128909"/>
          <a:ext cx="6099716" cy="30647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TextBox 1">
            <a:extLst>
              <a:ext uri="{FF2B5EF4-FFF2-40B4-BE49-F238E27FC236}">
                <a16:creationId xmlns:a16="http://schemas.microsoft.com/office/drawing/2014/main" id="{311914F7-40DA-EB82-1024-4CFD790BAB3F}"/>
              </a:ext>
            </a:extLst>
          </p:cNvPr>
          <p:cNvGraphicFramePr/>
          <p:nvPr>
            <p:extLst>
              <p:ext uri="{D42A27DB-BD31-4B8C-83A1-F6EECF244321}">
                <p14:modId xmlns:p14="http://schemas.microsoft.com/office/powerpoint/2010/main" val="3916113175"/>
              </p:ext>
            </p:extLst>
          </p:nvPr>
        </p:nvGraphicFramePr>
        <p:xfrm>
          <a:off x="6642709" y="328308"/>
          <a:ext cx="4977578" cy="363928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5" name="TextBox 4">
            <a:extLst>
              <a:ext uri="{FF2B5EF4-FFF2-40B4-BE49-F238E27FC236}">
                <a16:creationId xmlns:a16="http://schemas.microsoft.com/office/drawing/2014/main" id="{5CECDBDE-4D52-13E3-89D3-C4BD3AC8585B}"/>
              </a:ext>
            </a:extLst>
          </p:cNvPr>
          <p:cNvSpPr txBox="1"/>
          <p:nvPr/>
        </p:nvSpPr>
        <p:spPr>
          <a:xfrm>
            <a:off x="139130" y="608453"/>
            <a:ext cx="6099716" cy="369781"/>
          </a:xfrm>
          <a:prstGeom prst="rect">
            <a:avLst/>
          </a:prstGeom>
          <a:noFill/>
        </p:spPr>
        <p:txBody>
          <a:bodyPr wrap="square">
            <a:spAutoFit/>
          </a:bodyPr>
          <a:lstStyle/>
          <a:p>
            <a:pPr marL="6350" indent="-6350">
              <a:lnSpc>
                <a:spcPct val="107000"/>
              </a:lnSpc>
            </a:pPr>
            <a:r>
              <a:rPr lang="en-AE" sz="1800" b="1" kern="100" dirty="0">
                <a:solidFill>
                  <a:srgbClr val="156082"/>
                </a:solidFill>
                <a:effectLst/>
                <a:latin typeface="Amasis MT Pro" panose="02040504050005020304" pitchFamily="18" charset="77"/>
                <a:ea typeface="Amasis MT Pro" panose="02040504050005020304" pitchFamily="18" charset="77"/>
                <a:cs typeface="Amasis MT Pro" panose="02040504050005020304" pitchFamily="18" charset="77"/>
              </a:rPr>
              <a:t>Architecture Review (On-premises)</a:t>
            </a:r>
          </a:p>
        </p:txBody>
      </p:sp>
      <p:sp>
        <p:nvSpPr>
          <p:cNvPr id="8" name="TextBox 7">
            <a:extLst>
              <a:ext uri="{FF2B5EF4-FFF2-40B4-BE49-F238E27FC236}">
                <a16:creationId xmlns:a16="http://schemas.microsoft.com/office/drawing/2014/main" id="{EFFE887D-DD66-789F-43A9-4F3A760346F5}"/>
              </a:ext>
            </a:extLst>
          </p:cNvPr>
          <p:cNvSpPr txBox="1"/>
          <p:nvPr/>
        </p:nvSpPr>
        <p:spPr>
          <a:xfrm>
            <a:off x="139130" y="3967597"/>
            <a:ext cx="11913740" cy="2815066"/>
          </a:xfrm>
          <a:prstGeom prst="rect">
            <a:avLst/>
          </a:prstGeom>
          <a:noFill/>
        </p:spPr>
        <p:txBody>
          <a:bodyPr wrap="square">
            <a:spAutoFit/>
          </a:bodyPr>
          <a:lstStyle/>
          <a:p>
            <a:pPr marL="6350" indent="-6350">
              <a:lnSpc>
                <a:spcPct val="107000"/>
              </a:lnSpc>
            </a:pPr>
            <a:r>
              <a:rPr lang="en-AE" sz="1600" b="1" kern="100" dirty="0">
                <a:solidFill>
                  <a:srgbClr val="156082"/>
                </a:solidFill>
                <a:effectLst/>
                <a:latin typeface="Amasis MT Pro" panose="02040504050005020304" pitchFamily="18" charset="77"/>
                <a:ea typeface="Amasis MT Pro" panose="02040504050005020304" pitchFamily="18" charset="77"/>
                <a:cs typeface="Amasis MT Pro" panose="02040504050005020304" pitchFamily="18" charset="77"/>
              </a:rPr>
              <a:t>Deliverables</a:t>
            </a:r>
            <a:r>
              <a:rPr lang="en-AE" sz="4800" b="1" kern="100" dirty="0">
                <a:solidFill>
                  <a:srgbClr val="156082"/>
                </a:solidFill>
                <a:effectLst/>
                <a:latin typeface="Amasis MT Pro" panose="02040504050005020304" pitchFamily="18" charset="77"/>
                <a:ea typeface="Amasis MT Pro" panose="02040504050005020304" pitchFamily="18" charset="77"/>
                <a:cs typeface="Amasis MT Pro" panose="02040504050005020304" pitchFamily="18" charset="77"/>
              </a:rPr>
              <a:t> </a:t>
            </a:r>
          </a:p>
          <a:p>
            <a:pPr marL="6350" indent="-6350" algn="just">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Architecture Assessment Report:</a:t>
            </a: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This report provides a detailed analysis of the current architecture, including hardware, software, network configurations, and data storage systems. It outlines the strengths, weaknesses, opportunities, and threats (SWOT analysis) of the existing setup. </a:t>
            </a:r>
          </a:p>
          <a:p>
            <a:pPr marL="6350" indent="-6350" algn="just">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Scalability and Performance Recommendations</a:t>
            </a: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Based on the assessment, recommendations are provided on how to improve scalability and performance to meet current and future demands. This may involve suggestions for hardware upgrades, optimization of resource utilization, or architectural changes. </a:t>
            </a:r>
          </a:p>
          <a:p>
            <a:pPr marL="6350" indent="-6350" algn="just">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Security and Compliance Assessment</a:t>
            </a: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 comprehensive evaluation of the security measures in place, including firewalls, intrusion detection systems, access controls, encryption mechanisms, and compliance with industry standards and regulations. Recommendations are provided to enhance security posture and ensure compliance. </a:t>
            </a:r>
          </a:p>
          <a:p>
            <a:pPr marL="6350" indent="-6350" algn="just">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High Availability and Disaster Recovery Plan</a:t>
            </a: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An assessment of the resilience of the system to failures and disasters, along with recommendations for improving high availability and disaster recovery capabilities. This may include suggestions for implementing redundancy, failover mechanisms, backup strategies, and recovery procedures. </a:t>
            </a:r>
          </a:p>
          <a:p>
            <a:pPr marL="6350" indent="-6350" algn="just">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Roadmap and Action Plan:</a:t>
            </a: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 roadmap is developed outlining the prioritized initiatives and actionable steps for implementing the recommended changes. This includes timelines, resource requirements, and dependencies for each initiative. </a:t>
            </a:r>
          </a:p>
          <a:p>
            <a:pPr marL="6350" indent="-6350" algn="just">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Executive Summary:</a:t>
            </a: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 concise summary of the key findings, recommendations, and proposed action plan tailored for executive stakeholders. This summary highlights the business impact of the proposed changes and the expected return on investment (ROI). </a:t>
            </a:r>
            <a:endParaRPr lang="en-AE" sz="800" dirty="0"/>
          </a:p>
        </p:txBody>
      </p:sp>
    </p:spTree>
    <p:extLst>
      <p:ext uri="{BB962C8B-B14F-4D97-AF65-F5344CB8AC3E}">
        <p14:creationId xmlns:p14="http://schemas.microsoft.com/office/powerpoint/2010/main" val="28942447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2" name="TextBox 8">
            <a:extLst>
              <a:ext uri="{FF2B5EF4-FFF2-40B4-BE49-F238E27FC236}">
                <a16:creationId xmlns:a16="http://schemas.microsoft.com/office/drawing/2014/main" id="{41E70475-141C-138D-6EF8-3AA61BD848C0}"/>
              </a:ext>
            </a:extLst>
          </p:cNvPr>
          <p:cNvGraphicFramePr/>
          <p:nvPr>
            <p:extLst>
              <p:ext uri="{D42A27DB-BD31-4B8C-83A1-F6EECF244321}">
                <p14:modId xmlns:p14="http://schemas.microsoft.com/office/powerpoint/2010/main" val="413040237"/>
              </p:ext>
            </p:extLst>
          </p:nvPr>
        </p:nvGraphicFramePr>
        <p:xfrm>
          <a:off x="167269" y="591041"/>
          <a:ext cx="7649736" cy="61220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hlinkClick r:id="" action="ppaction://noaction"/>
            <a:extLst>
              <a:ext uri="{FF2B5EF4-FFF2-40B4-BE49-F238E27FC236}">
                <a16:creationId xmlns:a16="http://schemas.microsoft.com/office/drawing/2014/main" id="{9418488A-0867-B3FB-766F-F609935AB669}"/>
              </a:ext>
            </a:extLst>
          </p:cNvPr>
          <p:cNvSpPr txBox="1"/>
          <p:nvPr/>
        </p:nvSpPr>
        <p:spPr>
          <a:xfrm>
            <a:off x="2091060" y="-122691"/>
            <a:ext cx="10208735" cy="713732"/>
          </a:xfrm>
          <a:prstGeom prst="rect">
            <a:avLst/>
          </a:prstGeom>
        </p:spPr>
        <p:txBody>
          <a:bodyPr vert="horz" lIns="91440" tIns="45720" rIns="91440" bIns="45720" rtlCol="0" anchor="b">
            <a:normAutofit/>
          </a:bodyPr>
          <a:lstStyle>
            <a:defPPr>
              <a:defRPr lang="en-AE"/>
            </a:defPPr>
            <a:lvl1pPr algn="ctr">
              <a:defRPr sz="3200" b="1">
                <a:solidFill>
                  <a:srgbClr val="0E2841"/>
                </a:solidFill>
                <a:latin typeface="Poppins" pitchFamily="2" charset="77"/>
                <a:cs typeface="Poppins" pitchFamily="2" charset="77"/>
              </a:defRPr>
            </a:lvl1pPr>
          </a:lstStyle>
          <a:p>
            <a:pPr algn="l">
              <a:lnSpc>
                <a:spcPct val="90000"/>
              </a:lnSpc>
              <a:spcBef>
                <a:spcPct val="0"/>
              </a:spcBef>
              <a:spcAft>
                <a:spcPts val="600"/>
              </a:spcAft>
            </a:pPr>
            <a:r>
              <a:rPr lang="en-US" dirty="0">
                <a:solidFill>
                  <a:schemeClr val="tx1"/>
                </a:solidFill>
                <a:latin typeface="+mj-lt"/>
                <a:ea typeface="+mj-ea"/>
                <a:cs typeface="+mj-cs"/>
              </a:rPr>
              <a:t>Risk Assessment &amp; Risk Management </a:t>
            </a:r>
          </a:p>
        </p:txBody>
      </p:sp>
      <p:sp>
        <p:nvSpPr>
          <p:cNvPr id="5" name="TextBox 4">
            <a:extLst>
              <a:ext uri="{FF2B5EF4-FFF2-40B4-BE49-F238E27FC236}">
                <a16:creationId xmlns:a16="http://schemas.microsoft.com/office/drawing/2014/main" id="{2626823B-34D5-71E1-BFAA-973CEDA921A3}"/>
              </a:ext>
            </a:extLst>
          </p:cNvPr>
          <p:cNvSpPr txBox="1"/>
          <p:nvPr/>
        </p:nvSpPr>
        <p:spPr>
          <a:xfrm>
            <a:off x="7996353" y="599440"/>
            <a:ext cx="4028378" cy="5882957"/>
          </a:xfrm>
          <a:prstGeom prst="rect">
            <a:avLst/>
          </a:prstGeom>
          <a:noFill/>
        </p:spPr>
        <p:txBody>
          <a:bodyPr wrap="square">
            <a:spAutoFit/>
          </a:bodyPr>
          <a:lstStyle/>
          <a:p>
            <a:pPr marL="6350" indent="-6350">
              <a:lnSpc>
                <a:spcPct val="107000"/>
              </a:lnSpc>
            </a:pPr>
            <a:r>
              <a:rPr lang="en-AE" sz="1100" b="1" kern="100" dirty="0">
                <a:solidFill>
                  <a:srgbClr val="156082"/>
                </a:solidFill>
                <a:effectLst/>
                <a:latin typeface="Amasis MT Pro" panose="02040504050005020304" pitchFamily="18" charset="77"/>
                <a:ea typeface="Amasis MT Pro" panose="02040504050005020304" pitchFamily="18" charset="77"/>
                <a:cs typeface="Amasis MT Pro" panose="02040504050005020304" pitchFamily="18" charset="77"/>
              </a:rPr>
              <a:t>Deliverables </a:t>
            </a:r>
          </a:p>
          <a:p>
            <a:pPr marL="6350" indent="-6350" algn="l">
              <a:lnSpc>
                <a:spcPct val="107000"/>
              </a:lnSpc>
              <a:spcAft>
                <a:spcPts val="15"/>
              </a:spcAft>
            </a:pPr>
            <a:r>
              <a:rPr lang="en-AE" sz="800" b="1" kern="100" dirty="0">
                <a:solidFill>
                  <a:srgbClr val="156082"/>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Cloud Migration Strategy Document</a:t>
            </a: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This document outlines the overarching strategy for the cloud migration project. It includes the objectives, scope, approach, timelines, and responsibilities of various stakeholders involved in the migration process. </a:t>
            </a: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Application Portfolio Analysis</a:t>
            </a: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An inventory of all applications currently deployed in the on-premises environment, along with their characteristics, dependencies, and business criticality. This analysis helps prioritize applications for migration and informs decisions on migration strategies. </a:t>
            </a: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Cloud Provider Evaluation Report</a:t>
            </a: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An evaluation of different cloud service providers (e.g., AWS, Azure, Google Cloud) based on factors such as services offered, pricing, performance, security, compliance, and geographical presence. The report helps in selecting the most suitable cloud platform for the organization's needs. </a:t>
            </a: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Target Architecture Design &amp; Implementation</a:t>
            </a: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 design document detailing the target architecture for the cloud environment. This includes decisions on infrastructure as a service (IaaS), platform as a service (PaaS), or software as a service (SaaS) offering, as well as cloud-native technologies and services to be utilized. </a:t>
            </a: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Data Migration Plan</a:t>
            </a: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 comprehensive plan for migrating data from on-premises storage systems to cloud storage solutions. This includes data discovery, assessment, classification, migration methods, scheduling, and validation procedures to ensure data integrity and consistency. </a:t>
            </a: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Application Migration Plan</a:t>
            </a: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Individual migration plans for each application, outlining the migration approach (e.g., rehosting, re-platforming, refactoring), migration steps, dependencies, testing procedures, rollback strategies, and post-migration validation criteria. </a:t>
            </a:r>
          </a:p>
          <a:p>
            <a:pPr marL="6350" indent="-6350" algn="l">
              <a:lnSpc>
                <a:spcPct val="107000"/>
              </a:lnSpc>
              <a:spcAft>
                <a:spcPts val="15"/>
              </a:spcAft>
            </a:pP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p>
          <a:p>
            <a:pPr marL="6350" indent="-6350" algn="just">
              <a:lnSpc>
                <a:spcPct val="103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Security and Compliance Framework</a:t>
            </a: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 framework for implementing robust security measures in the cloud environment, including encryption, identity and access management (IAM), network security, compliance controls, and security monitoring. This ensures data protection and regulatory compliance in the cloud. </a:t>
            </a: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Training and Adoption Plan</a:t>
            </a: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 plan for providing training and support to IT staff and end-users on using cloud services effectively. This includes training programs, documentation, knowledge transfer sessions, and ongoing support mechanisms to facilitate smooth adoption of cloud technologies. </a:t>
            </a: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r>
              <a:rPr lang="en-AE" sz="800" b="1"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Post-Migration Support Plan</a:t>
            </a:r>
            <a:r>
              <a:rPr lang="en-AE" sz="8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 plan for providing ongoing support and maintenance for migrated applications and infrastructure in the cloud. This includes procedures for incident management, troubleshooting, performance optimization, and continuous improvement initiatives. </a:t>
            </a:r>
            <a:endParaRPr lang="en-AE" sz="800" dirty="0"/>
          </a:p>
        </p:txBody>
      </p:sp>
    </p:spTree>
    <p:extLst>
      <p:ext uri="{BB962C8B-B14F-4D97-AF65-F5344CB8AC3E}">
        <p14:creationId xmlns:p14="http://schemas.microsoft.com/office/powerpoint/2010/main" val="3367255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a:extLst>
              <a:ext uri="{FF2B5EF4-FFF2-40B4-BE49-F238E27FC236}">
                <a16:creationId xmlns:a16="http://schemas.microsoft.com/office/drawing/2014/main" id="{9418488A-0867-B3FB-766F-F609935AB669}"/>
              </a:ext>
            </a:extLst>
          </p:cNvPr>
          <p:cNvSpPr txBox="1"/>
          <p:nvPr/>
        </p:nvSpPr>
        <p:spPr>
          <a:xfrm>
            <a:off x="824363" y="-100388"/>
            <a:ext cx="10208735" cy="713732"/>
          </a:xfrm>
          <a:prstGeom prst="rect">
            <a:avLst/>
          </a:prstGeom>
        </p:spPr>
        <p:txBody>
          <a:bodyPr vert="horz" lIns="91440" tIns="45720" rIns="91440" bIns="45720" rtlCol="0" anchor="b">
            <a:normAutofit/>
          </a:bodyPr>
          <a:lstStyle>
            <a:defPPr>
              <a:defRPr lang="en-AE"/>
            </a:defPPr>
            <a:lvl1pPr algn="ctr">
              <a:defRPr sz="3200" b="1">
                <a:solidFill>
                  <a:srgbClr val="0E2841"/>
                </a:solidFill>
                <a:latin typeface="Poppins" pitchFamily="2" charset="77"/>
                <a:cs typeface="Poppins" pitchFamily="2" charset="77"/>
              </a:defRPr>
            </a:lvl1pPr>
          </a:lstStyle>
          <a:p>
            <a:r>
              <a:rPr lang="en-US" dirty="0"/>
              <a:t>C</a:t>
            </a:r>
            <a:r>
              <a:rPr lang="en-US" sz="3200" dirty="0"/>
              <a:t>loud Migration </a:t>
            </a:r>
          </a:p>
        </p:txBody>
      </p:sp>
      <p:graphicFrame>
        <p:nvGraphicFramePr>
          <p:cNvPr id="4" name="TextBox 8">
            <a:extLst>
              <a:ext uri="{FF2B5EF4-FFF2-40B4-BE49-F238E27FC236}">
                <a16:creationId xmlns:a16="http://schemas.microsoft.com/office/drawing/2014/main" id="{08DDE640-0004-F448-62CB-5C4F84980386}"/>
              </a:ext>
            </a:extLst>
          </p:cNvPr>
          <p:cNvGraphicFramePr/>
          <p:nvPr>
            <p:extLst>
              <p:ext uri="{D42A27DB-BD31-4B8C-83A1-F6EECF244321}">
                <p14:modId xmlns:p14="http://schemas.microsoft.com/office/powerpoint/2010/main" val="147330067"/>
              </p:ext>
            </p:extLst>
          </p:nvPr>
        </p:nvGraphicFramePr>
        <p:xfrm>
          <a:off x="167269" y="-179771"/>
          <a:ext cx="11857462" cy="51420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03A3428E-8303-CAD6-47E4-952C95BC4C8D}"/>
              </a:ext>
            </a:extLst>
          </p:cNvPr>
          <p:cNvSpPr txBox="1"/>
          <p:nvPr/>
        </p:nvSpPr>
        <p:spPr>
          <a:xfrm>
            <a:off x="1929076" y="3008169"/>
            <a:ext cx="9985813" cy="3734292"/>
          </a:xfrm>
          <a:prstGeom prst="rect">
            <a:avLst/>
          </a:prstGeom>
          <a:noFill/>
        </p:spPr>
        <p:txBody>
          <a:bodyPr wrap="square">
            <a:spAutoFit/>
          </a:bodyPr>
          <a:lstStyle/>
          <a:p>
            <a:pPr marL="6350" indent="-6350">
              <a:lnSpc>
                <a:spcPct val="107000"/>
              </a:lnSpc>
            </a:pPr>
            <a:r>
              <a:rPr lang="en-AE" sz="1100" b="1" kern="100" dirty="0">
                <a:solidFill>
                  <a:srgbClr val="156082"/>
                </a:solidFill>
                <a:effectLst/>
                <a:latin typeface="Amasis MT Pro" panose="02040504050005020304" pitchFamily="18" charset="77"/>
                <a:ea typeface="Amasis MT Pro" panose="02040504050005020304" pitchFamily="18" charset="77"/>
                <a:cs typeface="Amasis MT Pro" panose="02040504050005020304" pitchFamily="18" charset="77"/>
              </a:rPr>
              <a:t>Deliverables </a:t>
            </a:r>
          </a:p>
          <a:p>
            <a:pPr marL="6350" indent="-6350" algn="l">
              <a:lnSpc>
                <a:spcPct val="107000"/>
              </a:lnSpc>
              <a:spcAft>
                <a:spcPts val="15"/>
              </a:spcAft>
            </a:pPr>
            <a:r>
              <a:rPr lang="en-AE" sz="800" b="1" kern="100" dirty="0">
                <a:solidFill>
                  <a:srgbClr val="156082"/>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Cloud Migration Strategy Document</a:t>
            </a: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This document outlines the overarching strategy for the cloud migration project. It includes the objectives, scope, approach, timelines, and responsibilities of various stakeholders involved in the migration process. </a:t>
            </a: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Application Portfolio Analysis</a:t>
            </a: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An inventory of all applications currently deployed in the on-premises environment, along with their characteristics, dependencies, and business criticality. This analysis helps prioritize applications for migration and informs decisions on migration strategies. </a:t>
            </a: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Cloud Provider Evaluation Report</a:t>
            </a: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An evaluation of different cloud service providers (e.g., AWS, Azure, Google Cloud) based on factors such as services offered, pricing, performance, security, compliance, and geographical presence. The report helps in selecting the most suitable cloud platform for the organization's needs. </a:t>
            </a: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Target Architecture Design &amp; Implementation</a:t>
            </a: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 design document detailing the target architecture for the cloud environment. This includes decisions on infrastructure as a service (IaaS), platform as a service (PaaS), or software as a service (SaaS) offering, as well as cloud-native technologies and services to be utilized. </a:t>
            </a: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Data Migration Plan</a:t>
            </a: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 comprehensive plan for migrating data from on-premises storage systems to cloud storage solutions. This includes data discovery, assessment, classification, migration methods, scheduling, and validation procedures to ensure data integrity and consistency. </a:t>
            </a: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Application Migration Plan</a:t>
            </a: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Individual migration plans for each application, outlining the migration approach (e.g., rehosting, re-platforming, refactoring), migration steps, dependencies, testing procedures, rollback strategies, and post-migration validation criteria. </a:t>
            </a:r>
          </a:p>
          <a:p>
            <a:pPr marL="6350" indent="-6350" algn="l">
              <a:lnSpc>
                <a:spcPct val="107000"/>
              </a:lnSpc>
              <a:spcAft>
                <a:spcPts val="15"/>
              </a:spcAft>
            </a:pP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p>
          <a:p>
            <a:pPr marL="6350" indent="-6350" algn="just">
              <a:lnSpc>
                <a:spcPct val="103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Security and Compliance Framework</a:t>
            </a: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 framework for implementing robust security measures in the cloud environment, including encryption, identity and access management (IAM), network security, compliance controls, and security monitoring. This ensures data protection and regulatory compliance in the cloud. </a:t>
            </a: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Training and Adoption Plan</a:t>
            </a: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 plan for providing training and support to IT staff and end-users on using cloud services effectively. This includes training programs, documentation, knowledge transfer sessions, and ongoing support mechanisms to facilitate smooth adoption of cloud technologies. </a:t>
            </a: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r>
              <a:rPr lang="en-AE" sz="800" b="1"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Post-Migration Support Plan</a:t>
            </a:r>
            <a:r>
              <a:rPr lang="en-AE" sz="8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 plan for providing ongoing support and maintenance for migrated applications and infrastructure in the cloud. This includes procedures for incident management, troubleshooting, performance optimization, and continuous improvement initiatives. </a:t>
            </a:r>
            <a:endParaRPr lang="en-AE" sz="800" dirty="0"/>
          </a:p>
        </p:txBody>
      </p:sp>
    </p:spTree>
    <p:extLst>
      <p:ext uri="{BB962C8B-B14F-4D97-AF65-F5344CB8AC3E}">
        <p14:creationId xmlns:p14="http://schemas.microsoft.com/office/powerpoint/2010/main" val="22504466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 name="TextBox 23">
            <a:hlinkClick r:id="" action="ppaction://noaction"/>
            <a:extLst>
              <a:ext uri="{FF2B5EF4-FFF2-40B4-BE49-F238E27FC236}">
                <a16:creationId xmlns:a16="http://schemas.microsoft.com/office/drawing/2014/main" id="{015DDDA4-11CA-734C-B3EF-7CAD67CA9D83}"/>
              </a:ext>
            </a:extLst>
          </p:cNvPr>
          <p:cNvSpPr txBox="1"/>
          <p:nvPr/>
        </p:nvSpPr>
        <p:spPr>
          <a:xfrm>
            <a:off x="2147960" y="0"/>
            <a:ext cx="8624118" cy="710299"/>
          </a:xfrm>
          <a:prstGeom prst="rect">
            <a:avLst/>
          </a:prstGeom>
        </p:spPr>
        <p:txBody>
          <a:bodyPr vert="horz" lIns="91440" tIns="45720" rIns="91440" bIns="45720" rtlCol="0" anchor="ctr">
            <a:normAutofit/>
          </a:bodyPr>
          <a:lstStyle>
            <a:defPPr>
              <a:defRPr lang="en-AE"/>
            </a:defPPr>
            <a:lvl1pPr algn="ctr">
              <a:defRPr sz="3200" b="1">
                <a:solidFill>
                  <a:srgbClr val="0E2841"/>
                </a:solidFill>
                <a:latin typeface="Poppins" pitchFamily="2" charset="77"/>
                <a:cs typeface="Poppins" pitchFamily="2" charset="77"/>
              </a:defRPr>
            </a:lvl1pPr>
          </a:lstStyle>
          <a:p>
            <a:pPr algn="l">
              <a:lnSpc>
                <a:spcPct val="90000"/>
              </a:lnSpc>
              <a:spcBef>
                <a:spcPct val="0"/>
              </a:spcBef>
              <a:spcAft>
                <a:spcPts val="600"/>
              </a:spcAft>
            </a:pPr>
            <a:r>
              <a:rPr lang="en-US">
                <a:solidFill>
                  <a:schemeClr val="tx1"/>
                </a:solidFill>
                <a:latin typeface="+mj-lt"/>
                <a:ea typeface="+mj-ea"/>
                <a:cs typeface="+mj-cs"/>
              </a:rPr>
              <a:t>Risk Assessment &amp; Risk Management </a:t>
            </a:r>
            <a:endParaRPr lang="en-US" dirty="0">
              <a:solidFill>
                <a:schemeClr val="tx1"/>
              </a:solidFill>
              <a:latin typeface="+mj-lt"/>
              <a:ea typeface="+mj-ea"/>
              <a:cs typeface="+mj-cs"/>
            </a:endParaRPr>
          </a:p>
        </p:txBody>
      </p:sp>
      <p:pic>
        <p:nvPicPr>
          <p:cNvPr id="4" name="Picture 3">
            <a:extLst>
              <a:ext uri="{FF2B5EF4-FFF2-40B4-BE49-F238E27FC236}">
                <a16:creationId xmlns:a16="http://schemas.microsoft.com/office/drawing/2014/main" id="{AFE910B9-234E-4B09-9EFF-2EDEDD591385}"/>
              </a:ext>
            </a:extLst>
          </p:cNvPr>
          <p:cNvPicPr/>
          <p:nvPr/>
        </p:nvPicPr>
        <p:blipFill>
          <a:blip r:embed="rId2"/>
          <a:stretch>
            <a:fillRect/>
          </a:stretch>
        </p:blipFill>
        <p:spPr>
          <a:xfrm>
            <a:off x="6560380" y="1738947"/>
            <a:ext cx="5455920" cy="3380105"/>
          </a:xfrm>
          <a:prstGeom prst="rect">
            <a:avLst/>
          </a:prstGeom>
        </p:spPr>
      </p:pic>
      <p:sp>
        <p:nvSpPr>
          <p:cNvPr id="7" name="TextBox 6">
            <a:extLst>
              <a:ext uri="{FF2B5EF4-FFF2-40B4-BE49-F238E27FC236}">
                <a16:creationId xmlns:a16="http://schemas.microsoft.com/office/drawing/2014/main" id="{9FD68A49-5464-4394-B74C-AFC42A315EE7}"/>
              </a:ext>
            </a:extLst>
          </p:cNvPr>
          <p:cNvSpPr txBox="1"/>
          <p:nvPr/>
        </p:nvSpPr>
        <p:spPr>
          <a:xfrm>
            <a:off x="175700" y="481574"/>
            <a:ext cx="6284319" cy="6376426"/>
          </a:xfrm>
          <a:prstGeom prst="rect">
            <a:avLst/>
          </a:prstGeom>
          <a:noFill/>
        </p:spPr>
        <p:txBody>
          <a:bodyPr wrap="square">
            <a:spAutoFit/>
          </a:bodyPr>
          <a:lstStyle/>
          <a:p>
            <a:pPr marL="6350" indent="-6350">
              <a:lnSpc>
                <a:spcPct val="107000"/>
              </a:lnSpc>
            </a:pPr>
            <a:r>
              <a:rPr lang="en-AE" b="1" kern="100" dirty="0">
                <a:solidFill>
                  <a:srgbClr val="156082"/>
                </a:solidFill>
                <a:effectLst/>
                <a:latin typeface="Amasis MT Pro" panose="02040504050005020304" pitchFamily="18" charset="77"/>
                <a:ea typeface="Amasis MT Pro" panose="02040504050005020304" pitchFamily="18" charset="77"/>
                <a:cs typeface="Amasis MT Pro" panose="02040504050005020304" pitchFamily="18" charset="77"/>
              </a:rPr>
              <a:t>Deliverables </a:t>
            </a:r>
          </a:p>
          <a:p>
            <a:pPr marL="6350" indent="-6350" algn="l">
              <a:lnSpc>
                <a:spcPct val="107000"/>
              </a:lnSpc>
              <a:spcAft>
                <a:spcPts val="15"/>
              </a:spcAft>
            </a:pPr>
            <a:r>
              <a:rPr lang="en-AE" sz="800" b="1" kern="100" dirty="0">
                <a:solidFill>
                  <a:srgbClr val="156082"/>
                </a:solidFill>
                <a:effectLst/>
                <a:latin typeface="Amasis MT Pro" panose="02040504050005020304" pitchFamily="18" charset="77"/>
                <a:ea typeface="Amasis MT Pro" panose="02040504050005020304" pitchFamily="18" charset="77"/>
                <a:cs typeface="Amasis MT Pro" panose="02040504050005020304" pitchFamily="18" charset="77"/>
              </a:rPr>
              <a:t> </a:t>
            </a: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Risk Assessment Report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A comprehensive document that outlines the identified risks, their potential impact, and the likelihood of their occurrence. This report includes methodologies, tools used, and detailed findings from the risk assessment process.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Executive summary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Scope and objectives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Methodology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Risk identification.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Risk analysis and evaluation.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Recommendations and mitigation strategies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Appendices (if any, such as data sources or detailed analysis) </a:t>
            </a: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Risk Register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l">
              <a:lnSpc>
                <a:spcPct val="107000"/>
              </a:lnSpc>
              <a:spcAft>
                <a:spcPts val="15"/>
              </a:spcAft>
            </a:pP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p>
          <a:p>
            <a:pPr marL="6350" indent="-6350" algn="just">
              <a:lnSpc>
                <a:spcPct val="103000"/>
              </a:lnSpc>
              <a:spcAft>
                <a:spcPts val="15"/>
              </a:spcAft>
            </a:pP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A centralized repository that captures all identified risks, including details about their status, priority, and mitigation measures. It serves as a reference for ongoing risk management activities. </a:t>
            </a:r>
          </a:p>
          <a:p>
            <a:pPr marL="6350" indent="-6350" algn="l">
              <a:lnSpc>
                <a:spcPct val="107000"/>
              </a:lnSpc>
              <a:spcAft>
                <a:spcPts val="15"/>
              </a:spcAft>
            </a:pP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Risk ID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Description of the risk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Risk owner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Likelihood and impact ratings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Mitigation measures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Status (open, in progress, closed)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Review dates </a:t>
            </a: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Risk Treatment Plan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A detailed plan outlining the actions to be taken to mitigate identified risks. It specifies the risk treatment options chosen (e.g., accept, transfer, mitigate, avoid) and assigns responsibilities and timelines for implementation.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Risk treatment options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Action items and steps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Responsible parties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Timelines and deadlines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Monitoring and review processes </a:t>
            </a: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Risk Management Policy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A formal document that outlines the organization’s approach to risk management. It defines the principles, framework, and processes for managing risks.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Purpose and scope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Definitions and terminology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Risk management principles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Roles and responsibilities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Risk management process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Monitoring and review </a:t>
            </a:r>
          </a:p>
          <a:p>
            <a:r>
              <a:rPr lang="en-AE" sz="8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Reporting and documentation requirements </a:t>
            </a:r>
            <a:endParaRPr lang="en-AE" sz="800" dirty="0"/>
          </a:p>
        </p:txBody>
      </p:sp>
    </p:spTree>
    <p:extLst>
      <p:ext uri="{BB962C8B-B14F-4D97-AF65-F5344CB8AC3E}">
        <p14:creationId xmlns:p14="http://schemas.microsoft.com/office/powerpoint/2010/main" val="15275390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2" name="Arc 4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4" name="TextBox 23">
            <a:hlinkClick r:id="" action="ppaction://noaction"/>
            <a:extLst>
              <a:ext uri="{FF2B5EF4-FFF2-40B4-BE49-F238E27FC236}">
                <a16:creationId xmlns:a16="http://schemas.microsoft.com/office/drawing/2014/main" id="{015DDDA4-11CA-734C-B3EF-7CAD67CA9D83}"/>
              </a:ext>
            </a:extLst>
          </p:cNvPr>
          <p:cNvSpPr txBox="1"/>
          <p:nvPr/>
        </p:nvSpPr>
        <p:spPr>
          <a:xfrm>
            <a:off x="95857" y="18256"/>
            <a:ext cx="10650618" cy="662782"/>
          </a:xfrm>
          <a:prstGeom prst="rect">
            <a:avLst/>
          </a:prstGeom>
        </p:spPr>
        <p:txBody>
          <a:bodyPr vert="horz" lIns="91440" tIns="45720" rIns="91440" bIns="45720" rtlCol="0" anchor="ctr">
            <a:normAutofit lnSpcReduction="10000"/>
          </a:bodyPr>
          <a:lstStyle>
            <a:defPPr>
              <a:defRPr lang="en-AE"/>
            </a:defPPr>
            <a:lvl1pPr algn="ctr">
              <a:defRPr sz="3200" b="1">
                <a:solidFill>
                  <a:srgbClr val="0E2841"/>
                </a:solidFill>
                <a:latin typeface="Poppins" pitchFamily="2" charset="77"/>
                <a:cs typeface="Poppins" pitchFamily="2" charset="77"/>
              </a:defRPr>
            </a:lvl1pPr>
          </a:lstStyle>
          <a:p>
            <a:pPr algn="l">
              <a:lnSpc>
                <a:spcPct val="90000"/>
              </a:lnSpc>
              <a:spcBef>
                <a:spcPct val="0"/>
              </a:spcBef>
              <a:spcAft>
                <a:spcPts val="600"/>
              </a:spcAft>
            </a:pPr>
            <a:r>
              <a:rPr lang="en-US" sz="4400" kern="1200" dirty="0">
                <a:solidFill>
                  <a:schemeClr val="tx1"/>
                </a:solidFill>
                <a:latin typeface="+mj-lt"/>
                <a:ea typeface="+mj-ea"/>
                <a:cs typeface="+mj-cs"/>
              </a:rPr>
              <a:t>Risk Assessment &amp; Risk Management </a:t>
            </a:r>
          </a:p>
        </p:txBody>
      </p:sp>
      <p:sp>
        <p:nvSpPr>
          <p:cNvPr id="44" name="Freeform: Shape 4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extBox 1">
            <a:extLst>
              <a:ext uri="{FF2B5EF4-FFF2-40B4-BE49-F238E27FC236}">
                <a16:creationId xmlns:a16="http://schemas.microsoft.com/office/drawing/2014/main" id="{4F918BAE-FC66-4DF4-FA61-0590624955CE}"/>
              </a:ext>
            </a:extLst>
          </p:cNvPr>
          <p:cNvSpPr txBox="1"/>
          <p:nvPr/>
        </p:nvSpPr>
        <p:spPr>
          <a:xfrm>
            <a:off x="5694122" y="581306"/>
            <a:ext cx="6284319" cy="6376426"/>
          </a:xfrm>
          <a:prstGeom prst="rect">
            <a:avLst/>
          </a:prstGeom>
          <a:noFill/>
        </p:spPr>
        <p:txBody>
          <a:bodyPr wrap="square">
            <a:spAutoFit/>
          </a:bodyPr>
          <a:lstStyle/>
          <a:p>
            <a:pPr marL="6350" indent="-6350">
              <a:lnSpc>
                <a:spcPct val="107000"/>
              </a:lnSpc>
            </a:pPr>
            <a:r>
              <a:rPr lang="en-AE" b="1" kern="100" dirty="0">
                <a:solidFill>
                  <a:srgbClr val="156082"/>
                </a:solidFill>
                <a:effectLst/>
                <a:latin typeface="Amasis MT Pro" panose="02040504050005020304" pitchFamily="18" charset="77"/>
                <a:ea typeface="Amasis MT Pro" panose="02040504050005020304" pitchFamily="18" charset="77"/>
                <a:cs typeface="Amasis MT Pro" panose="02040504050005020304" pitchFamily="18" charset="77"/>
              </a:rPr>
              <a:t>Deliverables </a:t>
            </a:r>
          </a:p>
          <a:p>
            <a:pPr marL="6350" indent="-6350" algn="l">
              <a:lnSpc>
                <a:spcPct val="107000"/>
              </a:lnSpc>
              <a:spcAft>
                <a:spcPts val="15"/>
              </a:spcAft>
            </a:pPr>
            <a:r>
              <a:rPr lang="en-AE" sz="800" b="1" kern="100" dirty="0">
                <a:solidFill>
                  <a:srgbClr val="156082"/>
                </a:solidFill>
                <a:effectLst/>
                <a:latin typeface="Amasis MT Pro" panose="02040504050005020304" pitchFamily="18" charset="77"/>
                <a:ea typeface="Amasis MT Pro" panose="02040504050005020304" pitchFamily="18" charset="77"/>
                <a:cs typeface="Amasis MT Pro" panose="02040504050005020304" pitchFamily="18" charset="77"/>
              </a:rPr>
              <a:t> </a:t>
            </a: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Risk Assessment Report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A comprehensive document that outlines the identified risks, their potential impact, and the likelihood of their occurrence. This report includes methodologies, tools used, and detailed findings from the risk assessment process.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Executive summary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Scope and objectives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Methodology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Risk identification.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Risk analysis and evaluation.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Recommendations and mitigation strategies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Appendices (if any, such as data sources or detailed analysis) </a:t>
            </a: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Risk Register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l">
              <a:lnSpc>
                <a:spcPct val="107000"/>
              </a:lnSpc>
              <a:spcAft>
                <a:spcPts val="15"/>
              </a:spcAft>
            </a:pP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p>
          <a:p>
            <a:pPr marL="6350" indent="-6350" algn="just">
              <a:lnSpc>
                <a:spcPct val="103000"/>
              </a:lnSpc>
              <a:spcAft>
                <a:spcPts val="15"/>
              </a:spcAft>
            </a:pP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A centralized repository that captures all identified risks, including details about their status, priority, and mitigation measures. It serves as a reference for ongoing risk management activities. </a:t>
            </a:r>
          </a:p>
          <a:p>
            <a:pPr marL="6350" indent="-6350" algn="l">
              <a:lnSpc>
                <a:spcPct val="107000"/>
              </a:lnSpc>
              <a:spcAft>
                <a:spcPts val="15"/>
              </a:spcAft>
            </a:pP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Risk ID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Description of the risk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Risk owner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Likelihood and impact ratings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Mitigation measures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Status (open, in progress, closed)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Review dates </a:t>
            </a: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Risk Treatment Plan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A detailed plan outlining the actions to be taken to mitigate identified risks. It specifies the risk treatment options chosen (e.g., accept, transfer, mitigate, avoid) and assigns responsibilities and timelines for implementation.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Risk treatment options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Action items and steps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Responsible parties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Timelines and deadlines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Monitoring and review processes </a:t>
            </a: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Risk Management Policy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l">
              <a:lnSpc>
                <a:spcPct val="107000"/>
              </a:lnSpc>
              <a:spcAft>
                <a:spcPts val="15"/>
              </a:spcAft>
            </a:pPr>
            <a:r>
              <a:rPr lang="en-AE" sz="800" b="1"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 </a:t>
            </a:r>
            <a:endPar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endParaRPr>
          </a:p>
          <a:p>
            <a:pPr marL="6350" indent="-6350" algn="just">
              <a:lnSpc>
                <a:spcPct val="103000"/>
              </a:lnSpc>
              <a:spcAft>
                <a:spcPts val="15"/>
              </a:spcAft>
            </a:pPr>
            <a:r>
              <a:rPr lang="en-AE" sz="800" kern="1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A formal document that outlines the organization’s approach to risk management. It defines the principles, framework, and processes for managing risks.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Purpose and scope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Definitions and terminology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Risk management principles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Roles and responsibilities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Risk management process </a:t>
            </a:r>
          </a:p>
          <a:p>
            <a:pPr marL="342900" lvl="0" indent="-342900" algn="just" fontAlgn="base">
              <a:lnSpc>
                <a:spcPct val="103000"/>
              </a:lnSpc>
              <a:spcAft>
                <a:spcPts val="15"/>
              </a:spcAft>
              <a:buClr>
                <a:srgbClr val="000000"/>
              </a:buClr>
              <a:buSzPts val="1200"/>
              <a:buFont typeface="Arial" panose="020B0604020202020204" pitchFamily="34" charset="0"/>
              <a:buChar char="•"/>
            </a:pPr>
            <a:r>
              <a:rPr lang="en-AE" sz="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Monitoring and review </a:t>
            </a:r>
          </a:p>
          <a:p>
            <a:r>
              <a:rPr lang="en-AE" sz="800" dirty="0">
                <a:solidFill>
                  <a:srgbClr val="000000"/>
                </a:solidFill>
                <a:effectLst/>
                <a:latin typeface="Amasis MT Pro" panose="02040504050005020304" pitchFamily="18" charset="77"/>
                <a:ea typeface="Amasis MT Pro" panose="02040504050005020304" pitchFamily="18" charset="77"/>
                <a:cs typeface="Amasis MT Pro" panose="02040504050005020304" pitchFamily="18" charset="77"/>
              </a:rPr>
              <a:t>Reporting and documentation requirements </a:t>
            </a:r>
            <a:endParaRPr lang="en-AE" sz="800" dirty="0"/>
          </a:p>
        </p:txBody>
      </p:sp>
      <p:pic>
        <p:nvPicPr>
          <p:cNvPr id="3" name="Picture 2">
            <a:extLst>
              <a:ext uri="{FF2B5EF4-FFF2-40B4-BE49-F238E27FC236}">
                <a16:creationId xmlns:a16="http://schemas.microsoft.com/office/drawing/2014/main" id="{61848885-9D57-88C0-E0F1-19DD10F20500}"/>
              </a:ext>
            </a:extLst>
          </p:cNvPr>
          <p:cNvPicPr/>
          <p:nvPr/>
        </p:nvPicPr>
        <p:blipFill>
          <a:blip r:embed="rId2"/>
          <a:stretch>
            <a:fillRect/>
          </a:stretch>
        </p:blipFill>
        <p:spPr>
          <a:xfrm>
            <a:off x="167030" y="1393666"/>
            <a:ext cx="5455920" cy="3380105"/>
          </a:xfrm>
          <a:prstGeom prst="rect">
            <a:avLst/>
          </a:prstGeom>
        </p:spPr>
      </p:pic>
    </p:spTree>
    <p:extLst>
      <p:ext uri="{BB962C8B-B14F-4D97-AF65-F5344CB8AC3E}">
        <p14:creationId xmlns:p14="http://schemas.microsoft.com/office/powerpoint/2010/main" val="22581101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55666830-9A19-4E01-8505-D6C7F9AC5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DDDBE11B-55C6-0346-6E4D-CAEA831FD1E1}"/>
              </a:ext>
            </a:extLst>
          </p:cNvPr>
          <p:cNvPicPr>
            <a:picLocks noChangeAspect="1"/>
          </p:cNvPicPr>
          <p:nvPr/>
        </p:nvPicPr>
        <p:blipFill rotWithShape="1">
          <a:blip r:embed="rId2"/>
          <a:srcRect l="11615"/>
          <a:stretch/>
        </p:blipFill>
        <p:spPr>
          <a:xfrm>
            <a:off x="4110127" y="10"/>
            <a:ext cx="8081873" cy="6857990"/>
          </a:xfrm>
          <a:custGeom>
            <a:avLst/>
            <a:gdLst/>
            <a:ahLst/>
            <a:cxnLst/>
            <a:rect l="l" t="t" r="r" b="b"/>
            <a:pathLst>
              <a:path w="8081873" h="6858000">
                <a:moveTo>
                  <a:pt x="0" y="0"/>
                </a:moveTo>
                <a:lnTo>
                  <a:pt x="8081873" y="0"/>
                </a:lnTo>
                <a:lnTo>
                  <a:pt x="8081873" y="6858000"/>
                </a:lnTo>
                <a:lnTo>
                  <a:pt x="0" y="6858000"/>
                </a:lnTo>
                <a:lnTo>
                  <a:pt x="68897" y="6734633"/>
                </a:lnTo>
                <a:cubicBezTo>
                  <a:pt x="558802" y="5812845"/>
                  <a:pt x="848920" y="4668597"/>
                  <a:pt x="848920" y="3429000"/>
                </a:cubicBezTo>
                <a:cubicBezTo>
                  <a:pt x="848920" y="2189404"/>
                  <a:pt x="558802" y="1045156"/>
                  <a:pt x="68897" y="123368"/>
                </a:cubicBezTo>
                <a:close/>
              </a:path>
            </a:pathLst>
          </a:custGeom>
        </p:spPr>
      </p:pic>
      <p:sp useBgFill="1">
        <p:nvSpPr>
          <p:cNvPr id="28" name="Freeform: Shape 27">
            <a:extLst>
              <a:ext uri="{FF2B5EF4-FFF2-40B4-BE49-F238E27FC236}">
                <a16:creationId xmlns:a16="http://schemas.microsoft.com/office/drawing/2014/main" id="{AE9FC877-7FB6-4D22-9988-35420644E2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0" name="Freeform: Shape 29">
            <a:extLst>
              <a:ext uri="{FF2B5EF4-FFF2-40B4-BE49-F238E27FC236}">
                <a16:creationId xmlns:a16="http://schemas.microsoft.com/office/drawing/2014/main" id="{E41809D1-F12E-46BB-B804-5F209D325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TextBox 20">
            <a:hlinkClick r:id="rId3" action="ppaction://hlinksldjump"/>
            <a:extLst>
              <a:ext uri="{FF2B5EF4-FFF2-40B4-BE49-F238E27FC236}">
                <a16:creationId xmlns:a16="http://schemas.microsoft.com/office/drawing/2014/main" id="{F684CFBB-3E77-5E39-750E-C9181E4E9B82}"/>
              </a:ext>
            </a:extLst>
          </p:cNvPr>
          <p:cNvSpPr txBox="1"/>
          <p:nvPr/>
        </p:nvSpPr>
        <p:spPr>
          <a:xfrm>
            <a:off x="477981" y="1122363"/>
            <a:ext cx="4023360" cy="3204134"/>
          </a:xfrm>
          <a:prstGeom prst="rect">
            <a:avLst/>
          </a:prstGeom>
        </p:spPr>
        <p:txBody>
          <a:bodyPr vert="horz" lIns="91440" tIns="45720" rIns="91440" bIns="45720" rtlCol="0" anchor="b">
            <a:normAutofit/>
          </a:bodyPr>
          <a:lstStyle/>
          <a:p>
            <a:pPr marL="6350" marR="1905" indent="-6350">
              <a:lnSpc>
                <a:spcPct val="90000"/>
              </a:lnSpc>
              <a:spcBef>
                <a:spcPct val="0"/>
              </a:spcBef>
              <a:spcAft>
                <a:spcPts val="600"/>
              </a:spcAft>
            </a:pPr>
            <a:r>
              <a:rPr lang="en-US" sz="4800" b="1" dirty="0">
                <a:effectLst/>
                <a:latin typeface="+mj-lt"/>
                <a:ea typeface="+mj-ea"/>
                <a:cs typeface="+mj-cs"/>
              </a:rPr>
              <a:t>Managed Security Services </a:t>
            </a:r>
          </a:p>
        </p:txBody>
      </p:sp>
      <p:sp>
        <p:nvSpPr>
          <p:cNvPr id="32" name="Rectangle 3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44234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712">
            <a:extLst>
              <a:ext uri="{FF2B5EF4-FFF2-40B4-BE49-F238E27FC236}">
                <a16:creationId xmlns:a16="http://schemas.microsoft.com/office/drawing/2014/main" id="{4CE22545-004F-1B42-920E-E54C76CDEF22}"/>
              </a:ext>
            </a:extLst>
          </p:cNvPr>
          <p:cNvSpPr/>
          <p:nvPr/>
        </p:nvSpPr>
        <p:spPr>
          <a:xfrm rot="16200000">
            <a:off x="3821204" y="1515436"/>
            <a:ext cx="2607361" cy="187057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6889" y="0"/>
                </a:lnTo>
                <a:lnTo>
                  <a:pt x="12819" y="0"/>
                </a:lnTo>
                <a:lnTo>
                  <a:pt x="4711" y="0"/>
                </a:lnTo>
                <a:cubicBezTo>
                  <a:pt x="2109" y="0"/>
                  <a:pt x="0" y="2938"/>
                  <a:pt x="0" y="6561"/>
                </a:cubicBezTo>
                <a:lnTo>
                  <a:pt x="0" y="9373"/>
                </a:lnTo>
                <a:lnTo>
                  <a:pt x="0" y="15039"/>
                </a:lnTo>
                <a:lnTo>
                  <a:pt x="0" y="21600"/>
                </a:lnTo>
                <a:cubicBezTo>
                  <a:pt x="0" y="21600"/>
                  <a:pt x="4711" y="21600"/>
                  <a:pt x="4711" y="21600"/>
                </a:cubicBezTo>
                <a:lnTo>
                  <a:pt x="8781" y="21600"/>
                </a:lnTo>
                <a:lnTo>
                  <a:pt x="16889" y="21600"/>
                </a:lnTo>
                <a:cubicBezTo>
                  <a:pt x="19491" y="21600"/>
                  <a:pt x="21600" y="18662"/>
                  <a:pt x="21600" y="15039"/>
                </a:cubicBezTo>
                <a:lnTo>
                  <a:pt x="21600" y="12227"/>
                </a:lnTo>
                <a:lnTo>
                  <a:pt x="21600" y="6561"/>
                </a:lnTo>
                <a:lnTo>
                  <a:pt x="21600" y="0"/>
                </a:lnTo>
                <a:close/>
              </a:path>
            </a:pathLst>
          </a:custGeom>
          <a:solidFill>
            <a:schemeClr val="accent1"/>
          </a:solid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a:defRPr sz="8000">
                <a:solidFill>
                  <a:srgbClr val="FFFFFF"/>
                </a:solidFill>
                <a:latin typeface="+mj-lt"/>
                <a:ea typeface="+mj-ea"/>
                <a:cs typeface="+mj-cs"/>
                <a:sym typeface="Helvetica Neue UltraLight"/>
              </a:defRPr>
            </a:lvl1pPr>
          </a:lstStyle>
          <a:p>
            <a:endParaRPr sz="5625" dirty="0">
              <a:latin typeface="Lato Light" panose="020F0502020204030203" pitchFamily="34" charset="0"/>
            </a:endParaRPr>
          </a:p>
        </p:txBody>
      </p:sp>
      <p:sp>
        <p:nvSpPr>
          <p:cNvPr id="4" name="Shape 1713">
            <a:extLst>
              <a:ext uri="{FF2B5EF4-FFF2-40B4-BE49-F238E27FC236}">
                <a16:creationId xmlns:a16="http://schemas.microsoft.com/office/drawing/2014/main" id="{86169782-85F0-C84E-8794-DA45CF6F2C0B}"/>
              </a:ext>
            </a:extLst>
          </p:cNvPr>
          <p:cNvSpPr/>
          <p:nvPr/>
        </p:nvSpPr>
        <p:spPr>
          <a:xfrm>
            <a:off x="6159501" y="1883828"/>
            <a:ext cx="2607362" cy="187057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6889" y="0"/>
                </a:lnTo>
                <a:lnTo>
                  <a:pt x="12819" y="0"/>
                </a:lnTo>
                <a:lnTo>
                  <a:pt x="4711" y="0"/>
                </a:lnTo>
                <a:cubicBezTo>
                  <a:pt x="2109" y="0"/>
                  <a:pt x="0" y="2938"/>
                  <a:pt x="0" y="6561"/>
                </a:cubicBezTo>
                <a:lnTo>
                  <a:pt x="0" y="9373"/>
                </a:lnTo>
                <a:lnTo>
                  <a:pt x="0" y="15039"/>
                </a:lnTo>
                <a:lnTo>
                  <a:pt x="0" y="21600"/>
                </a:lnTo>
                <a:cubicBezTo>
                  <a:pt x="0" y="21600"/>
                  <a:pt x="4711" y="21600"/>
                  <a:pt x="4711" y="21600"/>
                </a:cubicBezTo>
                <a:lnTo>
                  <a:pt x="8781" y="21600"/>
                </a:lnTo>
                <a:lnTo>
                  <a:pt x="16889" y="21600"/>
                </a:lnTo>
                <a:cubicBezTo>
                  <a:pt x="19491" y="21600"/>
                  <a:pt x="21600" y="18662"/>
                  <a:pt x="21600" y="15039"/>
                </a:cubicBezTo>
                <a:lnTo>
                  <a:pt x="21600" y="12227"/>
                </a:lnTo>
                <a:lnTo>
                  <a:pt x="21600" y="6561"/>
                </a:lnTo>
                <a:lnTo>
                  <a:pt x="21600" y="0"/>
                </a:lnTo>
                <a:close/>
              </a:path>
            </a:pathLst>
          </a:custGeom>
          <a:solidFill>
            <a:schemeClr val="accent2"/>
          </a:solid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a:defRPr sz="8000">
                <a:solidFill>
                  <a:srgbClr val="FFFFFF"/>
                </a:solidFill>
                <a:latin typeface="+mj-lt"/>
                <a:ea typeface="+mj-ea"/>
                <a:cs typeface="+mj-cs"/>
                <a:sym typeface="Helvetica Neue UltraLight"/>
              </a:defRPr>
            </a:lvl1pPr>
          </a:lstStyle>
          <a:p>
            <a:endParaRPr sz="5625" dirty="0">
              <a:latin typeface="Lato Light" panose="020F0502020204030203" pitchFamily="34" charset="0"/>
            </a:endParaRPr>
          </a:p>
        </p:txBody>
      </p:sp>
      <p:sp>
        <p:nvSpPr>
          <p:cNvPr id="5" name="Shape 1714">
            <a:extLst>
              <a:ext uri="{FF2B5EF4-FFF2-40B4-BE49-F238E27FC236}">
                <a16:creationId xmlns:a16="http://schemas.microsoft.com/office/drawing/2014/main" id="{C31783F3-44A2-5648-B53C-85E443563490}"/>
              </a:ext>
            </a:extLst>
          </p:cNvPr>
          <p:cNvSpPr/>
          <p:nvPr/>
        </p:nvSpPr>
        <p:spPr>
          <a:xfrm>
            <a:off x="3452814" y="3869639"/>
            <a:ext cx="2607360" cy="187057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6889" y="0"/>
                </a:lnTo>
                <a:lnTo>
                  <a:pt x="12819" y="0"/>
                </a:lnTo>
                <a:lnTo>
                  <a:pt x="4711" y="0"/>
                </a:lnTo>
                <a:cubicBezTo>
                  <a:pt x="2109" y="0"/>
                  <a:pt x="0" y="2938"/>
                  <a:pt x="0" y="6561"/>
                </a:cubicBezTo>
                <a:lnTo>
                  <a:pt x="0" y="9373"/>
                </a:lnTo>
                <a:lnTo>
                  <a:pt x="0" y="15039"/>
                </a:lnTo>
                <a:lnTo>
                  <a:pt x="0" y="21600"/>
                </a:lnTo>
                <a:cubicBezTo>
                  <a:pt x="0" y="21600"/>
                  <a:pt x="4711" y="21600"/>
                  <a:pt x="4711" y="21600"/>
                </a:cubicBezTo>
                <a:lnTo>
                  <a:pt x="8781" y="21600"/>
                </a:lnTo>
                <a:lnTo>
                  <a:pt x="16889" y="21600"/>
                </a:lnTo>
                <a:cubicBezTo>
                  <a:pt x="19491" y="21600"/>
                  <a:pt x="21600" y="18662"/>
                  <a:pt x="21600" y="15039"/>
                </a:cubicBezTo>
                <a:lnTo>
                  <a:pt x="21600" y="12227"/>
                </a:lnTo>
                <a:lnTo>
                  <a:pt x="21600" y="6561"/>
                </a:lnTo>
                <a:lnTo>
                  <a:pt x="21600" y="0"/>
                </a:lnTo>
                <a:close/>
              </a:path>
            </a:pathLst>
          </a:custGeom>
          <a:solidFill>
            <a:schemeClr val="accent4"/>
          </a:solid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a:defRPr sz="8000">
                <a:solidFill>
                  <a:srgbClr val="FFFFFF"/>
                </a:solidFill>
                <a:latin typeface="+mj-lt"/>
                <a:ea typeface="+mj-ea"/>
                <a:cs typeface="+mj-cs"/>
                <a:sym typeface="Helvetica Neue UltraLight"/>
              </a:defRPr>
            </a:lvl1pPr>
          </a:lstStyle>
          <a:p>
            <a:endParaRPr sz="5625" dirty="0">
              <a:latin typeface="Lato Light" panose="020F0502020204030203" pitchFamily="34" charset="0"/>
            </a:endParaRPr>
          </a:p>
        </p:txBody>
      </p:sp>
      <p:sp>
        <p:nvSpPr>
          <p:cNvPr id="6" name="Shape 1715">
            <a:extLst>
              <a:ext uri="{FF2B5EF4-FFF2-40B4-BE49-F238E27FC236}">
                <a16:creationId xmlns:a16="http://schemas.microsoft.com/office/drawing/2014/main" id="{27DC8A38-331B-DF42-9C28-6A59E55FCD08}"/>
              </a:ext>
            </a:extLst>
          </p:cNvPr>
          <p:cNvSpPr/>
          <p:nvPr/>
        </p:nvSpPr>
        <p:spPr>
          <a:xfrm rot="16200000">
            <a:off x="5791109" y="4238031"/>
            <a:ext cx="2607361" cy="187057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6889" y="0"/>
                </a:lnTo>
                <a:lnTo>
                  <a:pt x="12819" y="0"/>
                </a:lnTo>
                <a:lnTo>
                  <a:pt x="4711" y="0"/>
                </a:lnTo>
                <a:cubicBezTo>
                  <a:pt x="2109" y="0"/>
                  <a:pt x="0" y="2938"/>
                  <a:pt x="0" y="6561"/>
                </a:cubicBezTo>
                <a:lnTo>
                  <a:pt x="0" y="9373"/>
                </a:lnTo>
                <a:lnTo>
                  <a:pt x="0" y="15039"/>
                </a:lnTo>
                <a:lnTo>
                  <a:pt x="0" y="21600"/>
                </a:lnTo>
                <a:cubicBezTo>
                  <a:pt x="0" y="21600"/>
                  <a:pt x="4711" y="21600"/>
                  <a:pt x="4711" y="21600"/>
                </a:cubicBezTo>
                <a:lnTo>
                  <a:pt x="8781" y="21600"/>
                </a:lnTo>
                <a:lnTo>
                  <a:pt x="16889" y="21600"/>
                </a:lnTo>
                <a:cubicBezTo>
                  <a:pt x="19491" y="21600"/>
                  <a:pt x="21600" y="18662"/>
                  <a:pt x="21600" y="15039"/>
                </a:cubicBezTo>
                <a:lnTo>
                  <a:pt x="21600" y="12227"/>
                </a:lnTo>
                <a:lnTo>
                  <a:pt x="21600" y="6561"/>
                </a:lnTo>
                <a:lnTo>
                  <a:pt x="21600" y="0"/>
                </a:lnTo>
                <a:close/>
              </a:path>
            </a:pathLst>
          </a:custGeom>
          <a:solidFill>
            <a:schemeClr val="accent3"/>
          </a:solid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a:defRPr sz="8000">
                <a:solidFill>
                  <a:srgbClr val="FFFFFF"/>
                </a:solidFill>
                <a:latin typeface="+mj-lt"/>
                <a:ea typeface="+mj-ea"/>
                <a:cs typeface="+mj-cs"/>
                <a:sym typeface="Helvetica Neue UltraLight"/>
              </a:defRPr>
            </a:lvl1pPr>
          </a:lstStyle>
          <a:p>
            <a:endParaRPr sz="5625" dirty="0">
              <a:latin typeface="Lato Light" panose="020F0502020204030203" pitchFamily="34" charset="0"/>
            </a:endParaRPr>
          </a:p>
        </p:txBody>
      </p:sp>
      <p:sp>
        <p:nvSpPr>
          <p:cNvPr id="9" name="TextBox 8">
            <a:hlinkClick r:id="rId2" action="ppaction://hlinksldjump"/>
            <a:extLst>
              <a:ext uri="{FF2B5EF4-FFF2-40B4-BE49-F238E27FC236}">
                <a16:creationId xmlns:a16="http://schemas.microsoft.com/office/drawing/2014/main" id="{7E58A91C-8910-0E4E-9F94-94FC72ADF8EA}"/>
              </a:ext>
            </a:extLst>
          </p:cNvPr>
          <p:cNvSpPr txBox="1"/>
          <p:nvPr/>
        </p:nvSpPr>
        <p:spPr>
          <a:xfrm>
            <a:off x="3300976" y="204354"/>
            <a:ext cx="4963154" cy="538417"/>
          </a:xfrm>
          <a:prstGeom prst="rect">
            <a:avLst/>
          </a:prstGeom>
          <a:noFill/>
        </p:spPr>
        <p:txBody>
          <a:bodyPr wrap="none" rtlCol="0">
            <a:spAutoFit/>
          </a:bodyPr>
          <a:lstStyle/>
          <a:p>
            <a:pPr marL="6350" marR="1905" indent="-6350">
              <a:lnSpc>
                <a:spcPct val="90000"/>
              </a:lnSpc>
              <a:spcBef>
                <a:spcPct val="0"/>
              </a:spcBef>
              <a:spcAft>
                <a:spcPts val="600"/>
              </a:spcAft>
            </a:pPr>
            <a:r>
              <a:rPr lang="en-US" sz="3200" b="1" dirty="0">
                <a:effectLst/>
                <a:latin typeface="+mj-lt"/>
                <a:ea typeface="+mj-ea"/>
                <a:cs typeface="+mj-cs"/>
              </a:rPr>
              <a:t>Managed Security Services </a:t>
            </a:r>
          </a:p>
        </p:txBody>
      </p:sp>
      <p:sp>
        <p:nvSpPr>
          <p:cNvPr id="24" name="TextBox 23">
            <a:extLst>
              <a:ext uri="{FF2B5EF4-FFF2-40B4-BE49-F238E27FC236}">
                <a16:creationId xmlns:a16="http://schemas.microsoft.com/office/drawing/2014/main" id="{23765BF1-4923-C044-AAEC-C70786BC1B53}"/>
              </a:ext>
            </a:extLst>
          </p:cNvPr>
          <p:cNvSpPr txBox="1"/>
          <p:nvPr/>
        </p:nvSpPr>
        <p:spPr>
          <a:xfrm>
            <a:off x="8264130" y="4562951"/>
            <a:ext cx="3366592" cy="1914050"/>
          </a:xfrm>
          <a:prstGeom prst="rect">
            <a:avLst/>
          </a:prstGeom>
          <a:noFill/>
        </p:spPr>
        <p:txBody>
          <a:bodyPr wrap="square" rtlCol="0" anchor="t">
            <a:spAutoFit/>
          </a:bodyPr>
          <a:lstStyle>
            <a:defPPr>
              <a:defRPr lang="en-AE"/>
            </a:defPPr>
            <a:lvl1pPr algn="just">
              <a:lnSpc>
                <a:spcPts val="1750"/>
              </a:lnSpc>
              <a:defRPr sz="1200">
                <a:latin typeface="Lato Light" panose="020F0502020204030203" pitchFamily="34" charset="0"/>
                <a:ea typeface="Lato Light" panose="020F0502020204030203" pitchFamily="34" charset="0"/>
                <a:cs typeface="Lato Light" panose="020F0502020204030203" pitchFamily="34" charset="0"/>
              </a:defRPr>
            </a:lvl1pPr>
          </a:lstStyle>
          <a:p>
            <a:r>
              <a:rPr lang="en-AE" dirty="0"/>
              <a:t>Managed Security Services (MSS) involve the outsourcing of an organization’s cybersecurity functions to a specialized third-party provider, known as a Managed Security Service Provider (MSSP). These services are designed to protect against a wide range of cyber threats, ensuring the security and compliance of an organization’s IT environment. </a:t>
            </a:r>
          </a:p>
        </p:txBody>
      </p:sp>
      <p:sp>
        <p:nvSpPr>
          <p:cNvPr id="25" name="TextBox 24">
            <a:extLst>
              <a:ext uri="{FF2B5EF4-FFF2-40B4-BE49-F238E27FC236}">
                <a16:creationId xmlns:a16="http://schemas.microsoft.com/office/drawing/2014/main" id="{DF400BA2-BF29-8F41-8B74-3DCD53F9B873}"/>
              </a:ext>
            </a:extLst>
          </p:cNvPr>
          <p:cNvSpPr txBox="1"/>
          <p:nvPr/>
        </p:nvSpPr>
        <p:spPr>
          <a:xfrm>
            <a:off x="9160429" y="871845"/>
            <a:ext cx="2360268" cy="3299045"/>
          </a:xfrm>
          <a:prstGeom prst="rect">
            <a:avLst/>
          </a:prstGeom>
          <a:noFill/>
        </p:spPr>
        <p:txBody>
          <a:bodyPr wrap="square" rtlCol="0" anchor="t">
            <a:spAutoFit/>
          </a:bodyPr>
          <a:lstStyle>
            <a:defPPr>
              <a:defRPr lang="en-AE"/>
            </a:defPPr>
            <a:lvl1pPr algn="just">
              <a:lnSpc>
                <a:spcPts val="1750"/>
              </a:lnSpc>
              <a:defRPr sz="1200">
                <a:latin typeface="Lato Light" panose="020F0502020204030203" pitchFamily="34" charset="0"/>
                <a:ea typeface="Lato Light" panose="020F0502020204030203" pitchFamily="34" charset="0"/>
                <a:cs typeface="Lato Light" panose="020F0502020204030203" pitchFamily="34" charset="0"/>
              </a:defRPr>
            </a:lvl1pPr>
          </a:lstStyle>
          <a:p>
            <a:r>
              <a:rPr lang="en-AE" dirty="0"/>
              <a:t>Managed NOC monitoring services provide a comprehensive solution for overseeing and maintaining an organization’s network infrastructure. These services offer continuous monitoring, proactive maintenance, and swift incident response, ensuring high network availability and performance. The deliverables from NOC monitoring include real-time alerts, detailed performance reports.</a:t>
            </a:r>
          </a:p>
        </p:txBody>
      </p:sp>
      <p:sp>
        <p:nvSpPr>
          <p:cNvPr id="26" name="TextBox 25">
            <a:extLst>
              <a:ext uri="{FF2B5EF4-FFF2-40B4-BE49-F238E27FC236}">
                <a16:creationId xmlns:a16="http://schemas.microsoft.com/office/drawing/2014/main" id="{FFD1FB67-7A5C-974E-84E9-B3183D2C09AF}"/>
              </a:ext>
            </a:extLst>
          </p:cNvPr>
          <p:cNvSpPr txBox="1"/>
          <p:nvPr/>
        </p:nvSpPr>
        <p:spPr>
          <a:xfrm>
            <a:off x="646521" y="3732513"/>
            <a:ext cx="2360267" cy="3093154"/>
          </a:xfrm>
          <a:prstGeom prst="rect">
            <a:avLst/>
          </a:prstGeom>
          <a:noFill/>
        </p:spPr>
        <p:txBody>
          <a:bodyPr wrap="square" rtlCol="0" anchor="t">
            <a:spAutoFit/>
          </a:bodyPr>
          <a:lstStyle>
            <a:defPPr>
              <a:defRPr lang="en-AE"/>
            </a:defPPr>
            <a:lvl1pPr algn="just">
              <a:lnSpc>
                <a:spcPts val="1750"/>
              </a:lnSpc>
              <a:defRPr sz="1200">
                <a:latin typeface="Lato Light" panose="020F0502020204030203" pitchFamily="34" charset="0"/>
                <a:ea typeface="Lato Light" panose="020F0502020204030203" pitchFamily="34" charset="0"/>
                <a:cs typeface="Lato Light" panose="020F0502020204030203" pitchFamily="34" charset="0"/>
              </a:defRPr>
            </a:lvl1pPr>
          </a:lstStyle>
          <a:p>
            <a:r>
              <a:rPr lang="en-AE" dirty="0"/>
              <a:t>SOC (Security Operations Center) monitoring is a critical function within managed security services, focusing on the continuous surveillance, detection, and response to security threats across an organization's IT infrastructure. SOC teams utilize advanced technologies, skilled analysts, and standardized processes to protect the organization's data and assets from cyber threats. </a:t>
            </a:r>
          </a:p>
        </p:txBody>
      </p:sp>
      <p:sp>
        <p:nvSpPr>
          <p:cNvPr id="27" name="TextBox 26">
            <a:extLst>
              <a:ext uri="{FF2B5EF4-FFF2-40B4-BE49-F238E27FC236}">
                <a16:creationId xmlns:a16="http://schemas.microsoft.com/office/drawing/2014/main" id="{5DDC1814-DBDA-F849-8E10-E18A3C4051E8}"/>
              </a:ext>
            </a:extLst>
          </p:cNvPr>
          <p:cNvSpPr txBox="1"/>
          <p:nvPr/>
        </p:nvSpPr>
        <p:spPr>
          <a:xfrm>
            <a:off x="671303" y="1216449"/>
            <a:ext cx="3255123" cy="2144883"/>
          </a:xfrm>
          <a:prstGeom prst="rect">
            <a:avLst/>
          </a:prstGeom>
          <a:noFill/>
        </p:spPr>
        <p:txBody>
          <a:bodyPr wrap="square" rtlCol="0" anchor="t">
            <a:spAutoFit/>
          </a:bodyPr>
          <a:lstStyle>
            <a:defPPr>
              <a:defRPr lang="en-AE"/>
            </a:defPPr>
            <a:lvl1pPr algn="just">
              <a:lnSpc>
                <a:spcPts val="1750"/>
              </a:lnSpc>
              <a:defRPr sz="1200">
                <a:latin typeface="Lato Light" panose="020F0502020204030203" pitchFamily="34" charset="0"/>
                <a:ea typeface="Lato Light" panose="020F0502020204030203" pitchFamily="34" charset="0"/>
                <a:cs typeface="Lato Light" panose="020F0502020204030203" pitchFamily="34" charset="0"/>
              </a:defRPr>
            </a:lvl1pPr>
          </a:lstStyle>
          <a:p>
            <a:r>
              <a:rPr lang="en-AE" dirty="0"/>
              <a:t>Managed services for infrastructure operations and maintenance encompass a comprehensive approach to managing, maintaining, and optimizing an organization’s IT infrastructure, both on-premise and in the cloud. These services ensure that all aspects of the IT environment are functioning efficiently, securely, and in alignment with business goals. </a:t>
            </a:r>
          </a:p>
        </p:txBody>
      </p:sp>
      <p:sp>
        <p:nvSpPr>
          <p:cNvPr id="30" name="TextBox 29">
            <a:extLst>
              <a:ext uri="{FF2B5EF4-FFF2-40B4-BE49-F238E27FC236}">
                <a16:creationId xmlns:a16="http://schemas.microsoft.com/office/drawing/2014/main" id="{4E46E74B-18E4-B841-9039-329FFD041CF5}"/>
              </a:ext>
            </a:extLst>
          </p:cNvPr>
          <p:cNvSpPr txBox="1"/>
          <p:nvPr/>
        </p:nvSpPr>
        <p:spPr>
          <a:xfrm>
            <a:off x="4306423" y="2029004"/>
            <a:ext cx="1716228" cy="830997"/>
          </a:xfrm>
          <a:prstGeom prst="rect">
            <a:avLst/>
          </a:prstGeom>
          <a:noFill/>
        </p:spPr>
        <p:txBody>
          <a:bodyPr wrap="square" rtlCol="0" anchor="ctr">
            <a:spAutoFit/>
          </a:bodyPr>
          <a:lstStyle>
            <a:defPPr>
              <a:defRPr lang="en-AE"/>
            </a:defPPr>
            <a:lvl1pPr algn="ctr">
              <a:defRPr sz="1600" b="1">
                <a:solidFill>
                  <a:schemeClr val="bg1"/>
                </a:solidFill>
                <a:latin typeface="Poppins" pitchFamily="2" charset="77"/>
                <a:cs typeface="Poppins" pitchFamily="2" charset="77"/>
              </a:defRPr>
            </a:lvl1pPr>
          </a:lstStyle>
          <a:p>
            <a:r>
              <a:rPr lang="en-US" dirty="0"/>
              <a:t>Infrastructure Operations/ Maintenance </a:t>
            </a:r>
          </a:p>
        </p:txBody>
      </p:sp>
      <p:sp>
        <p:nvSpPr>
          <p:cNvPr id="35" name="TextBox 34">
            <a:extLst>
              <a:ext uri="{FF2B5EF4-FFF2-40B4-BE49-F238E27FC236}">
                <a16:creationId xmlns:a16="http://schemas.microsoft.com/office/drawing/2014/main" id="{B73E013A-441F-A04F-BCF7-6E3965A14E41}"/>
              </a:ext>
            </a:extLst>
          </p:cNvPr>
          <p:cNvSpPr txBox="1"/>
          <p:nvPr/>
        </p:nvSpPr>
        <p:spPr>
          <a:xfrm>
            <a:off x="6570151" y="2647573"/>
            <a:ext cx="1933543" cy="338554"/>
          </a:xfrm>
          <a:prstGeom prst="rect">
            <a:avLst/>
          </a:prstGeom>
          <a:noFill/>
        </p:spPr>
        <p:txBody>
          <a:bodyPr wrap="square" rtlCol="0" anchor="ctr">
            <a:spAutoFit/>
          </a:bodyPr>
          <a:lstStyle>
            <a:defPPr>
              <a:defRPr lang="en-AE"/>
            </a:defPPr>
            <a:lvl1pPr algn="ctr">
              <a:defRPr sz="1600" b="1">
                <a:solidFill>
                  <a:schemeClr val="bg1"/>
                </a:solidFill>
                <a:latin typeface="Poppins" pitchFamily="2" charset="77"/>
                <a:cs typeface="Poppins" pitchFamily="2" charset="77"/>
              </a:defRPr>
            </a:lvl1pPr>
          </a:lstStyle>
          <a:p>
            <a:r>
              <a:rPr lang="en-AE" dirty="0"/>
              <a:t>NOC monitoring </a:t>
            </a:r>
          </a:p>
        </p:txBody>
      </p:sp>
      <p:sp>
        <p:nvSpPr>
          <p:cNvPr id="2" name="TextBox 1">
            <a:extLst>
              <a:ext uri="{FF2B5EF4-FFF2-40B4-BE49-F238E27FC236}">
                <a16:creationId xmlns:a16="http://schemas.microsoft.com/office/drawing/2014/main" id="{58E85562-B87D-E2DA-91C3-90721C525C33}"/>
              </a:ext>
            </a:extLst>
          </p:cNvPr>
          <p:cNvSpPr txBox="1"/>
          <p:nvPr/>
        </p:nvSpPr>
        <p:spPr>
          <a:xfrm>
            <a:off x="6164847" y="4518150"/>
            <a:ext cx="1716228" cy="830997"/>
          </a:xfrm>
          <a:prstGeom prst="rect">
            <a:avLst/>
          </a:prstGeom>
          <a:noFill/>
        </p:spPr>
        <p:txBody>
          <a:bodyPr wrap="square" rtlCol="0" anchor="ctr">
            <a:spAutoFit/>
          </a:bodyPr>
          <a:lstStyle>
            <a:defPPr>
              <a:defRPr lang="en-AE"/>
            </a:defPPr>
            <a:lvl1pPr algn="ctr">
              <a:defRPr sz="1600" b="1">
                <a:solidFill>
                  <a:schemeClr val="bg1"/>
                </a:solidFill>
                <a:latin typeface="Poppins" pitchFamily="2" charset="77"/>
                <a:cs typeface="Poppins" pitchFamily="2" charset="77"/>
              </a:defRPr>
            </a:lvl1pPr>
          </a:lstStyle>
          <a:p>
            <a:r>
              <a:rPr lang="en-US" dirty="0"/>
              <a:t>Security Operations/ Maintenance </a:t>
            </a:r>
          </a:p>
        </p:txBody>
      </p:sp>
      <p:sp>
        <p:nvSpPr>
          <p:cNvPr id="7" name="TextBox 6">
            <a:extLst>
              <a:ext uri="{FF2B5EF4-FFF2-40B4-BE49-F238E27FC236}">
                <a16:creationId xmlns:a16="http://schemas.microsoft.com/office/drawing/2014/main" id="{C63EA247-577D-87A6-4F25-65374A591020}"/>
              </a:ext>
            </a:extLst>
          </p:cNvPr>
          <p:cNvSpPr txBox="1"/>
          <p:nvPr/>
        </p:nvSpPr>
        <p:spPr>
          <a:xfrm>
            <a:off x="3818437" y="4708971"/>
            <a:ext cx="1975280" cy="338554"/>
          </a:xfrm>
          <a:prstGeom prst="rect">
            <a:avLst/>
          </a:prstGeom>
          <a:noFill/>
        </p:spPr>
        <p:txBody>
          <a:bodyPr wrap="square" rtlCol="0" anchor="ctr">
            <a:spAutoFit/>
          </a:bodyPr>
          <a:lstStyle>
            <a:defPPr>
              <a:defRPr lang="en-AE"/>
            </a:defPPr>
            <a:lvl1pPr algn="ctr">
              <a:defRPr sz="1600" b="1">
                <a:solidFill>
                  <a:schemeClr val="bg1"/>
                </a:solidFill>
                <a:latin typeface="Poppins" pitchFamily="2" charset="77"/>
                <a:cs typeface="Poppins" pitchFamily="2" charset="77"/>
              </a:defRPr>
            </a:lvl1pPr>
          </a:lstStyle>
          <a:p>
            <a:r>
              <a:rPr lang="en-AE" dirty="0"/>
              <a:t>SOC Monitoring </a:t>
            </a:r>
          </a:p>
        </p:txBody>
      </p:sp>
    </p:spTree>
    <p:extLst>
      <p:ext uri="{BB962C8B-B14F-4D97-AF65-F5344CB8AC3E}">
        <p14:creationId xmlns:p14="http://schemas.microsoft.com/office/powerpoint/2010/main" val="32834667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55666830-9A19-4E01-8505-D6C7F9AC5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DDDBE11B-55C6-0346-6E4D-CAEA831FD1E1}"/>
              </a:ext>
            </a:extLst>
          </p:cNvPr>
          <p:cNvPicPr>
            <a:picLocks noChangeAspect="1"/>
          </p:cNvPicPr>
          <p:nvPr/>
        </p:nvPicPr>
        <p:blipFill rotWithShape="1">
          <a:blip r:embed="rId2"/>
          <a:srcRect l="11615"/>
          <a:stretch/>
        </p:blipFill>
        <p:spPr>
          <a:xfrm>
            <a:off x="4110127" y="10"/>
            <a:ext cx="8081873" cy="6857990"/>
          </a:xfrm>
          <a:custGeom>
            <a:avLst/>
            <a:gdLst/>
            <a:ahLst/>
            <a:cxnLst/>
            <a:rect l="l" t="t" r="r" b="b"/>
            <a:pathLst>
              <a:path w="8081873" h="6858000">
                <a:moveTo>
                  <a:pt x="0" y="0"/>
                </a:moveTo>
                <a:lnTo>
                  <a:pt x="8081873" y="0"/>
                </a:lnTo>
                <a:lnTo>
                  <a:pt x="8081873" y="6858000"/>
                </a:lnTo>
                <a:lnTo>
                  <a:pt x="0" y="6858000"/>
                </a:lnTo>
                <a:lnTo>
                  <a:pt x="68897" y="6734633"/>
                </a:lnTo>
                <a:cubicBezTo>
                  <a:pt x="558802" y="5812845"/>
                  <a:pt x="848920" y="4668597"/>
                  <a:pt x="848920" y="3429000"/>
                </a:cubicBezTo>
                <a:cubicBezTo>
                  <a:pt x="848920" y="2189404"/>
                  <a:pt x="558802" y="1045156"/>
                  <a:pt x="68897" y="123368"/>
                </a:cubicBezTo>
                <a:close/>
              </a:path>
            </a:pathLst>
          </a:custGeom>
        </p:spPr>
      </p:pic>
      <p:sp useBgFill="1">
        <p:nvSpPr>
          <p:cNvPr id="28" name="Freeform: Shape 27">
            <a:extLst>
              <a:ext uri="{FF2B5EF4-FFF2-40B4-BE49-F238E27FC236}">
                <a16:creationId xmlns:a16="http://schemas.microsoft.com/office/drawing/2014/main" id="{AE9FC877-7FB6-4D22-9988-35420644E2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0" name="Freeform: Shape 29">
            <a:extLst>
              <a:ext uri="{FF2B5EF4-FFF2-40B4-BE49-F238E27FC236}">
                <a16:creationId xmlns:a16="http://schemas.microsoft.com/office/drawing/2014/main" id="{E41809D1-F12E-46BB-B804-5F209D325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TextBox 20">
            <a:hlinkClick r:id="rId3" action="ppaction://hlinksldjump"/>
            <a:extLst>
              <a:ext uri="{FF2B5EF4-FFF2-40B4-BE49-F238E27FC236}">
                <a16:creationId xmlns:a16="http://schemas.microsoft.com/office/drawing/2014/main" id="{F684CFBB-3E77-5E39-750E-C9181E4E9B82}"/>
              </a:ext>
            </a:extLst>
          </p:cNvPr>
          <p:cNvSpPr txBox="1"/>
          <p:nvPr/>
        </p:nvSpPr>
        <p:spPr>
          <a:xfrm>
            <a:off x="477981" y="1122363"/>
            <a:ext cx="4023360" cy="3204134"/>
          </a:xfrm>
          <a:prstGeom prst="rect">
            <a:avLst/>
          </a:prstGeom>
        </p:spPr>
        <p:txBody>
          <a:bodyPr vert="horz" lIns="91440" tIns="45720" rIns="91440" bIns="45720" rtlCol="0" anchor="b">
            <a:normAutofit/>
          </a:bodyPr>
          <a:lstStyle/>
          <a:p>
            <a:pPr marL="0" marR="0" lvl="0" indent="0" fontAlgn="auto">
              <a:lnSpc>
                <a:spcPct val="90000"/>
              </a:lnSpc>
              <a:spcBef>
                <a:spcPct val="0"/>
              </a:spcBef>
              <a:spcAft>
                <a:spcPts val="600"/>
              </a:spcAft>
              <a:buClrTx/>
              <a:buSzTx/>
              <a:tabLst/>
              <a:defRPr/>
            </a:pPr>
            <a:r>
              <a:rPr lang="en-US" sz="4800" b="1" dirty="0">
                <a:latin typeface="+mj-lt"/>
                <a:ea typeface="+mj-ea"/>
                <a:cs typeface="+mj-cs"/>
              </a:rPr>
              <a:t>Vulnerability Management &amp; Penetration Testing </a:t>
            </a:r>
          </a:p>
        </p:txBody>
      </p:sp>
      <p:sp>
        <p:nvSpPr>
          <p:cNvPr id="32" name="Rectangle 3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36778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1" name="Rectangle 160">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9" name="TextBox 148">
            <a:extLst>
              <a:ext uri="{FF2B5EF4-FFF2-40B4-BE49-F238E27FC236}">
                <a16:creationId xmlns:a16="http://schemas.microsoft.com/office/drawing/2014/main" id="{4C62DDDB-25D3-15C7-3D26-CA41CFAB4661}"/>
              </a:ext>
            </a:extLst>
          </p:cNvPr>
          <p:cNvSpPr txBox="1"/>
          <p:nvPr/>
        </p:nvSpPr>
        <p:spPr>
          <a:xfrm>
            <a:off x="838200" y="365125"/>
            <a:ext cx="5393361" cy="1325563"/>
          </a:xfrm>
          <a:prstGeom prst="rect">
            <a:avLst/>
          </a:prstGeom>
        </p:spPr>
        <p:txBody>
          <a:bodyPr vert="horz" lIns="91440" tIns="45720" rIns="91440" bIns="45720" rtlCol="0" anchor="ctr">
            <a:normAutofit/>
          </a:bodyPr>
          <a:lstStyle/>
          <a:p>
            <a:pPr marL="0" marR="0" lvl="0" indent="0" fontAlgn="auto">
              <a:lnSpc>
                <a:spcPct val="90000"/>
              </a:lnSpc>
              <a:spcBef>
                <a:spcPct val="0"/>
              </a:spcBef>
              <a:spcAft>
                <a:spcPts val="600"/>
              </a:spcAft>
              <a:buClrTx/>
              <a:buSzTx/>
              <a:tabLst/>
              <a:defRPr/>
            </a:pPr>
            <a:r>
              <a:rPr lang="en-US" sz="3400" b="1" kern="1200">
                <a:solidFill>
                  <a:schemeClr val="tx1"/>
                </a:solidFill>
                <a:latin typeface="+mj-lt"/>
                <a:ea typeface="+mj-ea"/>
                <a:cs typeface="+mj-cs"/>
              </a:rPr>
              <a:t>Vulnerability Management &amp; Penetration Testing </a:t>
            </a:r>
          </a:p>
        </p:txBody>
      </p:sp>
      <p:sp>
        <p:nvSpPr>
          <p:cNvPr id="163" name="Freeform: Shape 157">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1" name="TextBox 150">
            <a:extLst>
              <a:ext uri="{FF2B5EF4-FFF2-40B4-BE49-F238E27FC236}">
                <a16:creationId xmlns:a16="http://schemas.microsoft.com/office/drawing/2014/main" id="{8651DF63-3108-46C0-9187-76FAE73EA2BC}"/>
              </a:ext>
            </a:extLst>
          </p:cNvPr>
          <p:cNvSpPr txBox="1"/>
          <p:nvPr/>
        </p:nvSpPr>
        <p:spPr>
          <a:xfrm>
            <a:off x="392705" y="1789112"/>
            <a:ext cx="5393361" cy="4351338"/>
          </a:xfrm>
          <a:prstGeom prst="rect">
            <a:avLst/>
          </a:prstGeom>
        </p:spPr>
        <p:txBody>
          <a:bodyPr vert="horz" lIns="91440" tIns="45720" rIns="91440" bIns="45720" rtlCol="0">
            <a:normAutofit/>
          </a:bodyPr>
          <a:lstStyle/>
          <a:p>
            <a:pPr marL="171450" indent="-171450" algn="just">
              <a:lnSpc>
                <a:spcPct val="90000"/>
              </a:lnSpc>
              <a:spcAft>
                <a:spcPts val="15"/>
              </a:spcAft>
              <a:buFont typeface="Arial" panose="020B0604020202020204" pitchFamily="34" charset="0"/>
              <a:buChar char="•"/>
            </a:pPr>
            <a:r>
              <a:rPr lang="en-US" sz="1000" b="1" dirty="0">
                <a:effectLst/>
              </a:rPr>
              <a:t>Vulnerability Assessment Reports:</a:t>
            </a:r>
            <a:r>
              <a:rPr lang="en-US" sz="1000" dirty="0">
                <a:effectLst/>
              </a:rPr>
              <a:t> Detailed reports summarizing the findings of vulnerability scans, penetration tests, and security assessments conducted on the client's systems and networks. </a:t>
            </a:r>
          </a:p>
          <a:p>
            <a:pPr algn="just">
              <a:lnSpc>
                <a:spcPct val="90000"/>
              </a:lnSpc>
              <a:spcAft>
                <a:spcPts val="15"/>
              </a:spcAft>
            </a:pPr>
            <a:endParaRPr lang="en-US" sz="1000" dirty="0">
              <a:effectLst/>
            </a:endParaRPr>
          </a:p>
          <a:p>
            <a:pPr marL="171450" indent="-171450" algn="just">
              <a:lnSpc>
                <a:spcPct val="90000"/>
              </a:lnSpc>
              <a:spcAft>
                <a:spcPts val="15"/>
              </a:spcAft>
              <a:buFont typeface="Arial" panose="020B0604020202020204" pitchFamily="34" charset="0"/>
              <a:buChar char="•"/>
            </a:pPr>
            <a:r>
              <a:rPr lang="en-US" sz="1000" b="1" dirty="0">
                <a:effectLst/>
              </a:rPr>
              <a:t>Risk Prioritization Recommendations:</a:t>
            </a:r>
            <a:r>
              <a:rPr lang="en-US" sz="1000" dirty="0">
                <a:effectLst/>
              </a:rPr>
              <a:t> Recommendations for prioritizing remediation efforts based on the severity, impact, and risk posed by identified vulnerabilities, tailored to the client's risk tolerance and business objectives. </a:t>
            </a:r>
          </a:p>
          <a:p>
            <a:pPr marL="171450" indent="-171450" algn="just">
              <a:lnSpc>
                <a:spcPct val="90000"/>
              </a:lnSpc>
              <a:spcAft>
                <a:spcPts val="15"/>
              </a:spcAft>
              <a:buFont typeface="Arial" panose="020B0604020202020204" pitchFamily="34" charset="0"/>
              <a:buChar char="•"/>
            </a:pPr>
            <a:endParaRPr lang="en-US" sz="1000" dirty="0">
              <a:effectLst/>
            </a:endParaRPr>
          </a:p>
          <a:p>
            <a:pPr marL="171450" indent="-171450" algn="just">
              <a:lnSpc>
                <a:spcPct val="90000"/>
              </a:lnSpc>
              <a:spcAft>
                <a:spcPts val="15"/>
              </a:spcAft>
              <a:buFont typeface="Arial" panose="020B0604020202020204" pitchFamily="34" charset="0"/>
              <a:buChar char="•"/>
            </a:pPr>
            <a:r>
              <a:rPr lang="en-US" sz="1000" b="1" dirty="0">
                <a:effectLst/>
              </a:rPr>
              <a:t>Remediation Action Plans:</a:t>
            </a:r>
            <a:r>
              <a:rPr lang="en-US" sz="1000" dirty="0">
                <a:effectLst/>
              </a:rPr>
              <a:t> Actionable plans outlining specific steps and timelines for addressing identified vulnerabilities, including recommendations for patching, configuration changes, and additional security controls. </a:t>
            </a:r>
          </a:p>
          <a:p>
            <a:pPr algn="just">
              <a:lnSpc>
                <a:spcPct val="90000"/>
              </a:lnSpc>
              <a:spcAft>
                <a:spcPts val="15"/>
              </a:spcAft>
            </a:pPr>
            <a:r>
              <a:rPr lang="en-US" sz="1000" b="1" dirty="0">
                <a:effectLst/>
              </a:rPr>
              <a:t> </a:t>
            </a:r>
            <a:endParaRPr lang="en-US" sz="1000" dirty="0">
              <a:effectLst/>
            </a:endParaRPr>
          </a:p>
          <a:p>
            <a:pPr marL="171450" indent="-171450" algn="just">
              <a:lnSpc>
                <a:spcPct val="90000"/>
              </a:lnSpc>
              <a:spcAft>
                <a:spcPts val="15"/>
              </a:spcAft>
              <a:buFont typeface="Arial" panose="020B0604020202020204" pitchFamily="34" charset="0"/>
              <a:buChar char="•"/>
            </a:pPr>
            <a:r>
              <a:rPr lang="en-US" sz="1000" b="1" dirty="0">
                <a:effectLst/>
              </a:rPr>
              <a:t>Security Policy and Procedure Documentation:</a:t>
            </a:r>
            <a:r>
              <a:rPr lang="en-US" sz="1000" dirty="0">
                <a:effectLst/>
              </a:rPr>
              <a:t> Documentation of policies, procedures, and best practices for vulnerability management, tailored to the client's organizational structure, regulatory requirements, and industry standards. </a:t>
            </a:r>
          </a:p>
          <a:p>
            <a:pPr marL="171450" indent="-171450" algn="just">
              <a:lnSpc>
                <a:spcPct val="90000"/>
              </a:lnSpc>
              <a:spcAft>
                <a:spcPts val="15"/>
              </a:spcAft>
              <a:buFont typeface="Arial" panose="020B0604020202020204" pitchFamily="34" charset="0"/>
              <a:buChar char="•"/>
            </a:pPr>
            <a:endParaRPr lang="en-US" sz="1000" dirty="0">
              <a:effectLst/>
            </a:endParaRPr>
          </a:p>
          <a:p>
            <a:pPr marL="171450" indent="-171450" algn="just">
              <a:lnSpc>
                <a:spcPct val="90000"/>
              </a:lnSpc>
              <a:spcAft>
                <a:spcPts val="15"/>
              </a:spcAft>
              <a:buFont typeface="Arial" panose="020B0604020202020204" pitchFamily="34" charset="0"/>
              <a:buChar char="•"/>
            </a:pPr>
            <a:r>
              <a:rPr lang="en-US" sz="1000" b="1" dirty="0">
                <a:effectLst/>
              </a:rPr>
              <a:t>Executive Briefings and Presentations:</a:t>
            </a:r>
            <a:r>
              <a:rPr lang="en-US" sz="1000" dirty="0">
                <a:effectLst/>
              </a:rPr>
              <a:t> Executive-level briefings and presentations to communicate the importance of vulnerability management, present findings, and recommendations, and secure buy-in from senior leadership for remediation efforts. </a:t>
            </a:r>
          </a:p>
          <a:p>
            <a:pPr algn="just">
              <a:lnSpc>
                <a:spcPct val="90000"/>
              </a:lnSpc>
              <a:spcAft>
                <a:spcPts val="15"/>
              </a:spcAft>
            </a:pPr>
            <a:r>
              <a:rPr lang="en-US" sz="1000" b="1" dirty="0">
                <a:effectLst/>
              </a:rPr>
              <a:t> </a:t>
            </a:r>
            <a:endParaRPr lang="en-US" sz="1000" dirty="0">
              <a:effectLst/>
            </a:endParaRPr>
          </a:p>
          <a:p>
            <a:pPr marL="171450" indent="-171450" algn="just">
              <a:lnSpc>
                <a:spcPct val="90000"/>
              </a:lnSpc>
              <a:spcAft>
                <a:spcPts val="15"/>
              </a:spcAft>
              <a:buFont typeface="Arial" panose="020B0604020202020204" pitchFamily="34" charset="0"/>
              <a:buChar char="•"/>
            </a:pPr>
            <a:r>
              <a:rPr lang="en-US" sz="1000" b="1" dirty="0">
                <a:effectLst/>
              </a:rPr>
              <a:t>Continuous Monitoring and Maintenance Plans:</a:t>
            </a:r>
            <a:r>
              <a:rPr lang="en-US" sz="1000" dirty="0">
                <a:effectLst/>
              </a:rPr>
              <a:t> Plans for ongoing monitoring, maintenance, and optimization of vulnerability management processes and tools to ensure that the client's security posture remains robust and resilient to evolving threats. </a:t>
            </a:r>
          </a:p>
          <a:p>
            <a:pPr marL="171450" indent="-171450" algn="just">
              <a:lnSpc>
                <a:spcPct val="90000"/>
              </a:lnSpc>
              <a:spcAft>
                <a:spcPts val="75"/>
              </a:spcAft>
              <a:buFont typeface="Arial" panose="020B0604020202020204" pitchFamily="34" charset="0"/>
              <a:buChar char="•"/>
            </a:pPr>
            <a:endParaRPr lang="en-US" sz="1000" dirty="0">
              <a:effectLst/>
            </a:endParaRPr>
          </a:p>
          <a:p>
            <a:pPr marL="171450" indent="-171450" algn="just">
              <a:lnSpc>
                <a:spcPct val="90000"/>
              </a:lnSpc>
              <a:spcAft>
                <a:spcPts val="15"/>
              </a:spcAft>
              <a:buFont typeface="Arial" panose="020B0604020202020204" pitchFamily="34" charset="0"/>
              <a:buChar char="•"/>
            </a:pPr>
            <a:r>
              <a:rPr lang="en-US" sz="1000" b="1" dirty="0">
                <a:effectLst/>
              </a:rPr>
              <a:t>Additional Deliverables: </a:t>
            </a:r>
            <a:endParaRPr lang="en-US" sz="1000" dirty="0">
              <a:effectLst/>
            </a:endParaRPr>
          </a:p>
          <a:p>
            <a:pPr marL="171450" indent="-171450" algn="just">
              <a:lnSpc>
                <a:spcPct val="90000"/>
              </a:lnSpc>
              <a:spcAft>
                <a:spcPts val="15"/>
              </a:spcAft>
              <a:buFont typeface="Arial" panose="020B0604020202020204" pitchFamily="34" charset="0"/>
              <a:buChar char="•"/>
            </a:pPr>
            <a:endParaRPr lang="en-US" sz="1000" dirty="0">
              <a:effectLst/>
            </a:endParaRPr>
          </a:p>
          <a:p>
            <a:pPr algn="just">
              <a:lnSpc>
                <a:spcPct val="90000"/>
              </a:lnSpc>
              <a:spcAft>
                <a:spcPts val="15"/>
              </a:spcAft>
            </a:pPr>
            <a:r>
              <a:rPr lang="en-US" sz="1000" dirty="0">
                <a:effectLst/>
              </a:rPr>
              <a:t>      The below deliverables are subjected to the Microsoft licenses and deployment       </a:t>
            </a:r>
          </a:p>
          <a:p>
            <a:pPr algn="just">
              <a:lnSpc>
                <a:spcPct val="90000"/>
              </a:lnSpc>
              <a:spcAft>
                <a:spcPts val="15"/>
              </a:spcAft>
            </a:pPr>
            <a:r>
              <a:rPr lang="en-US" sz="1000" dirty="0"/>
              <a:t>      </a:t>
            </a:r>
            <a:r>
              <a:rPr lang="en-US" sz="1000" dirty="0">
                <a:effectLst/>
              </a:rPr>
              <a:t>methodology. </a:t>
            </a:r>
          </a:p>
          <a:p>
            <a:pPr marL="571500" lvl="1" algn="just" fontAlgn="base">
              <a:lnSpc>
                <a:spcPct val="90000"/>
              </a:lnSpc>
              <a:spcAft>
                <a:spcPts val="15"/>
              </a:spcAft>
              <a:buClr>
                <a:srgbClr val="000000"/>
              </a:buClr>
              <a:buSzPts val="1200"/>
            </a:pPr>
            <a:r>
              <a:rPr lang="en-US" sz="1000" u="none" strike="noStrike" dirty="0">
                <a:effectLst/>
                <a:uFill>
                  <a:solidFill>
                    <a:srgbClr val="000000"/>
                  </a:solidFill>
                </a:uFill>
              </a:rPr>
              <a:t>  Power BI Dashboards  </a:t>
            </a:r>
          </a:p>
          <a:p>
            <a:pPr lvl="1" algn="just">
              <a:lnSpc>
                <a:spcPct val="90000"/>
              </a:lnSpc>
            </a:pPr>
            <a:r>
              <a:rPr lang="en-US" sz="1000" dirty="0">
                <a:effectLst/>
              </a:rPr>
              <a:t>       Automation of Security finding assignment using Power automation. </a:t>
            </a:r>
            <a:endParaRPr lang="en-US" sz="1000" dirty="0"/>
          </a:p>
        </p:txBody>
      </p:sp>
      <p:sp>
        <p:nvSpPr>
          <p:cNvPr id="160" name="Oval 159">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Freeform: Shape 161">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164" name="Straight Connector 163">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66" name="Freeform: Shape 165">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0" name="Freeform: Shape 169">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pic>
        <p:nvPicPr>
          <p:cNvPr id="458" name="Picture 457">
            <a:extLst>
              <a:ext uri="{FF2B5EF4-FFF2-40B4-BE49-F238E27FC236}">
                <a16:creationId xmlns:a16="http://schemas.microsoft.com/office/drawing/2014/main" id="{01D87503-AEC3-E415-75C7-90C87405D0FD}"/>
              </a:ext>
            </a:extLst>
          </p:cNvPr>
          <p:cNvPicPr>
            <a:picLocks noChangeAspect="1"/>
          </p:cNvPicPr>
          <p:nvPr/>
        </p:nvPicPr>
        <p:blipFill>
          <a:blip r:embed="rId2"/>
          <a:stretch>
            <a:fillRect/>
          </a:stretch>
        </p:blipFill>
        <p:spPr>
          <a:xfrm>
            <a:off x="6249925" y="1016108"/>
            <a:ext cx="6230387" cy="3902076"/>
          </a:xfrm>
          <a:prstGeom prst="rect">
            <a:avLst/>
          </a:prstGeom>
        </p:spPr>
      </p:pic>
    </p:spTree>
    <p:extLst>
      <p:ext uri="{BB962C8B-B14F-4D97-AF65-F5344CB8AC3E}">
        <p14:creationId xmlns:p14="http://schemas.microsoft.com/office/powerpoint/2010/main" val="16652298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55666830-9A19-4E01-8505-D6C7F9AC5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DDDBE11B-55C6-0346-6E4D-CAEA831FD1E1}"/>
              </a:ext>
            </a:extLst>
          </p:cNvPr>
          <p:cNvPicPr>
            <a:picLocks noChangeAspect="1"/>
          </p:cNvPicPr>
          <p:nvPr/>
        </p:nvPicPr>
        <p:blipFill rotWithShape="1">
          <a:blip r:embed="rId2"/>
          <a:srcRect l="11615"/>
          <a:stretch/>
        </p:blipFill>
        <p:spPr>
          <a:xfrm>
            <a:off x="4110127" y="10"/>
            <a:ext cx="8081873" cy="6857990"/>
          </a:xfrm>
          <a:custGeom>
            <a:avLst/>
            <a:gdLst/>
            <a:ahLst/>
            <a:cxnLst/>
            <a:rect l="l" t="t" r="r" b="b"/>
            <a:pathLst>
              <a:path w="8081873" h="6858000">
                <a:moveTo>
                  <a:pt x="0" y="0"/>
                </a:moveTo>
                <a:lnTo>
                  <a:pt x="8081873" y="0"/>
                </a:lnTo>
                <a:lnTo>
                  <a:pt x="8081873" y="6858000"/>
                </a:lnTo>
                <a:lnTo>
                  <a:pt x="0" y="6858000"/>
                </a:lnTo>
                <a:lnTo>
                  <a:pt x="68897" y="6734633"/>
                </a:lnTo>
                <a:cubicBezTo>
                  <a:pt x="558802" y="5812845"/>
                  <a:pt x="848920" y="4668597"/>
                  <a:pt x="848920" y="3429000"/>
                </a:cubicBezTo>
                <a:cubicBezTo>
                  <a:pt x="848920" y="2189404"/>
                  <a:pt x="558802" y="1045156"/>
                  <a:pt x="68897" y="123368"/>
                </a:cubicBezTo>
                <a:close/>
              </a:path>
            </a:pathLst>
          </a:custGeom>
        </p:spPr>
      </p:pic>
      <p:sp useBgFill="1">
        <p:nvSpPr>
          <p:cNvPr id="28" name="Freeform: Shape 27">
            <a:extLst>
              <a:ext uri="{FF2B5EF4-FFF2-40B4-BE49-F238E27FC236}">
                <a16:creationId xmlns:a16="http://schemas.microsoft.com/office/drawing/2014/main" id="{AE9FC877-7FB6-4D22-9988-35420644E2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0" name="Freeform: Shape 29">
            <a:extLst>
              <a:ext uri="{FF2B5EF4-FFF2-40B4-BE49-F238E27FC236}">
                <a16:creationId xmlns:a16="http://schemas.microsoft.com/office/drawing/2014/main" id="{E41809D1-F12E-46BB-B804-5F209D325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TextBox 20">
            <a:hlinkClick r:id="rId3" action="ppaction://hlinksldjump"/>
            <a:extLst>
              <a:ext uri="{FF2B5EF4-FFF2-40B4-BE49-F238E27FC236}">
                <a16:creationId xmlns:a16="http://schemas.microsoft.com/office/drawing/2014/main" id="{F684CFBB-3E77-5E39-750E-C9181E4E9B82}"/>
              </a:ext>
            </a:extLst>
          </p:cNvPr>
          <p:cNvSpPr txBox="1"/>
          <p:nvPr/>
        </p:nvSpPr>
        <p:spPr>
          <a:xfrm>
            <a:off x="477981" y="1122363"/>
            <a:ext cx="4023360" cy="3204134"/>
          </a:xfrm>
          <a:prstGeom prst="rect">
            <a:avLst/>
          </a:prstGeom>
        </p:spPr>
        <p:txBody>
          <a:bodyPr vert="horz" lIns="91440" tIns="45720" rIns="91440" bIns="45720" rtlCol="0" anchor="b">
            <a:normAutofit/>
          </a:bodyPr>
          <a:lstStyle/>
          <a:p>
            <a:pPr marL="0" marR="0" lvl="0" indent="0" fontAlgn="auto">
              <a:lnSpc>
                <a:spcPct val="90000"/>
              </a:lnSpc>
              <a:spcBef>
                <a:spcPct val="0"/>
              </a:spcBef>
              <a:spcAft>
                <a:spcPts val="600"/>
              </a:spcAft>
              <a:buClrTx/>
              <a:buSzTx/>
              <a:tabLst/>
              <a:defRPr/>
            </a:pPr>
            <a:r>
              <a:rPr kumimoji="0" lang="en-US" sz="4800" b="1" i="0" u="none" strike="noStrike" cap="none" spc="0" normalizeH="0" baseline="0" noProof="0" dirty="0">
                <a:ln>
                  <a:noFill/>
                </a:ln>
                <a:effectLst/>
                <a:uLnTx/>
                <a:uFillTx/>
                <a:latin typeface="+mj-lt"/>
                <a:ea typeface="+mj-ea"/>
                <a:cs typeface="+mj-cs"/>
              </a:rPr>
              <a:t>Security Product Development</a:t>
            </a:r>
          </a:p>
        </p:txBody>
      </p:sp>
      <p:sp>
        <p:nvSpPr>
          <p:cNvPr id="32" name="Rectangle 3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97078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 name="TextBox 27">
            <a:extLst>
              <a:ext uri="{FF2B5EF4-FFF2-40B4-BE49-F238E27FC236}">
                <a16:creationId xmlns:a16="http://schemas.microsoft.com/office/drawing/2014/main" id="{295FE20D-108E-DB4F-8C11-3DAEDD115B4C}"/>
              </a:ext>
            </a:extLst>
          </p:cNvPr>
          <p:cNvSpPr txBox="1"/>
          <p:nvPr/>
        </p:nvSpPr>
        <p:spPr>
          <a:xfrm>
            <a:off x="3165550" y="291270"/>
            <a:ext cx="5529206" cy="538417"/>
          </a:xfrm>
          <a:prstGeom prst="rect">
            <a:avLst/>
          </a:prstGeom>
          <a:noFill/>
        </p:spPr>
        <p:txBody>
          <a:bodyPr wrap="none" rtlCol="0">
            <a:spAutoFit/>
          </a:bodyPr>
          <a:lstStyle/>
          <a:p>
            <a:pPr marL="0" marR="0" lvl="0" indent="0" fontAlgn="auto">
              <a:lnSpc>
                <a:spcPct val="90000"/>
              </a:lnSpc>
              <a:spcBef>
                <a:spcPct val="0"/>
              </a:spcBef>
              <a:spcAft>
                <a:spcPts val="600"/>
              </a:spcAft>
              <a:buClrTx/>
              <a:buSzTx/>
              <a:tabLst/>
              <a:defRPr/>
            </a:pPr>
            <a:r>
              <a:rPr kumimoji="0" lang="en-US" sz="3200" b="1" i="0" u="none" strike="noStrike" cap="none" spc="0" normalizeH="0" baseline="0" noProof="0" dirty="0">
                <a:ln>
                  <a:noFill/>
                </a:ln>
                <a:effectLst/>
                <a:uLnTx/>
                <a:uFillTx/>
                <a:latin typeface="+mj-lt"/>
                <a:ea typeface="+mj-ea"/>
                <a:cs typeface="+mj-cs"/>
              </a:rPr>
              <a:t>Security Product Development</a:t>
            </a:r>
          </a:p>
        </p:txBody>
      </p:sp>
      <p:sp>
        <p:nvSpPr>
          <p:cNvPr id="29" name="TextBox 28">
            <a:extLst>
              <a:ext uri="{FF2B5EF4-FFF2-40B4-BE49-F238E27FC236}">
                <a16:creationId xmlns:a16="http://schemas.microsoft.com/office/drawing/2014/main" id="{0C9F631E-1CA0-834A-99A8-C03D5C5F2117}"/>
              </a:ext>
            </a:extLst>
          </p:cNvPr>
          <p:cNvSpPr txBox="1"/>
          <p:nvPr/>
        </p:nvSpPr>
        <p:spPr>
          <a:xfrm>
            <a:off x="5246250" y="748735"/>
            <a:ext cx="1699504" cy="246221"/>
          </a:xfrm>
          <a:prstGeom prst="rect">
            <a:avLst/>
          </a:prstGeom>
          <a:noFill/>
        </p:spPr>
        <p:txBody>
          <a:bodyPr wrap="none" rtlCol="0">
            <a:spAutoFit/>
          </a:bodyPr>
          <a:lstStyle/>
          <a:p>
            <a:pPr algn="ctr"/>
            <a:r>
              <a:rPr lang="en-US" sz="1000" spc="300" dirty="0">
                <a:solidFill>
                  <a:schemeClr val="tx1">
                    <a:lumMod val="60000"/>
                    <a:lumOff val="40000"/>
                  </a:schemeClr>
                </a:solidFill>
                <a:latin typeface="Poppins" pitchFamily="2" charset="77"/>
                <a:cs typeface="Poppins" pitchFamily="2" charset="77"/>
              </a:rPr>
              <a:t>Long Term Plan</a:t>
            </a:r>
          </a:p>
        </p:txBody>
      </p:sp>
      <p:sp>
        <p:nvSpPr>
          <p:cNvPr id="25" name="Shape 21410">
            <a:extLst>
              <a:ext uri="{FF2B5EF4-FFF2-40B4-BE49-F238E27FC236}">
                <a16:creationId xmlns:a16="http://schemas.microsoft.com/office/drawing/2014/main" id="{27694834-F211-A345-856F-8789B3FEED00}"/>
              </a:ext>
            </a:extLst>
          </p:cNvPr>
          <p:cNvSpPr/>
          <p:nvPr/>
        </p:nvSpPr>
        <p:spPr>
          <a:xfrm>
            <a:off x="2676132" y="3913073"/>
            <a:ext cx="4384234" cy="2196177"/>
          </a:xfrm>
          <a:custGeom>
            <a:avLst/>
            <a:gdLst/>
            <a:ahLst/>
            <a:cxnLst>
              <a:cxn ang="0">
                <a:pos x="wd2" y="hd2"/>
              </a:cxn>
              <a:cxn ang="5400000">
                <a:pos x="wd2" y="hd2"/>
              </a:cxn>
              <a:cxn ang="10800000">
                <a:pos x="wd2" y="hd2"/>
              </a:cxn>
              <a:cxn ang="16200000">
                <a:pos x="wd2" y="hd2"/>
              </a:cxn>
            </a:cxnLst>
            <a:rect l="0" t="0" r="r" b="b"/>
            <a:pathLst>
              <a:path w="21591" h="21583" extrusionOk="0">
                <a:moveTo>
                  <a:pt x="10815" y="21583"/>
                </a:moveTo>
                <a:cubicBezTo>
                  <a:pt x="16763" y="21565"/>
                  <a:pt x="21582" y="11948"/>
                  <a:pt x="21591" y="80"/>
                </a:cubicBezTo>
                <a:lnTo>
                  <a:pt x="12095" y="0"/>
                </a:lnTo>
                <a:cubicBezTo>
                  <a:pt x="12095" y="1410"/>
                  <a:pt x="11522" y="2554"/>
                  <a:pt x="10815" y="2554"/>
                </a:cubicBezTo>
                <a:cubicBezTo>
                  <a:pt x="10109" y="2554"/>
                  <a:pt x="9536" y="1410"/>
                  <a:pt x="9536" y="0"/>
                </a:cubicBezTo>
                <a:lnTo>
                  <a:pt x="0" y="0"/>
                </a:lnTo>
                <a:cubicBezTo>
                  <a:pt x="-9" y="11927"/>
                  <a:pt x="4838" y="21600"/>
                  <a:pt x="10815" y="21583"/>
                </a:cubicBezTo>
                <a:close/>
              </a:path>
            </a:pathLst>
          </a:custGeom>
          <a:solidFill>
            <a:schemeClr val="accent6">
              <a:lumMod val="40000"/>
              <a:lumOff val="60000"/>
            </a:schemeClr>
          </a:solidFill>
          <a:ln w="12700" cap="flat">
            <a:noFill/>
            <a:miter lim="400000"/>
          </a:ln>
          <a:effectLst/>
        </p:spPr>
        <p:txBody>
          <a:bodyPr wrap="square" lIns="26789" tIns="26789" rIns="26789" bIns="26789" numCol="1" anchor="ctr">
            <a:noAutofit/>
          </a:bodyPr>
          <a:lstStyle/>
          <a:p>
            <a:endParaRPr sz="2532" dirty="0">
              <a:latin typeface="Lato Light" panose="020F0502020204030203" pitchFamily="34" charset="0"/>
            </a:endParaRPr>
          </a:p>
        </p:txBody>
      </p:sp>
      <p:sp>
        <p:nvSpPr>
          <p:cNvPr id="23" name="Shape 21413">
            <a:extLst>
              <a:ext uri="{FF2B5EF4-FFF2-40B4-BE49-F238E27FC236}">
                <a16:creationId xmlns:a16="http://schemas.microsoft.com/office/drawing/2014/main" id="{A6DA8CC8-C339-1841-AFE3-89D08305757D}"/>
              </a:ext>
            </a:extLst>
          </p:cNvPr>
          <p:cNvSpPr/>
          <p:nvPr/>
        </p:nvSpPr>
        <p:spPr>
          <a:xfrm>
            <a:off x="5123527" y="1716903"/>
            <a:ext cx="4392344" cy="2196172"/>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9671"/>
                  <a:pt x="21600" y="21600"/>
                </a:cubicBezTo>
                <a:lnTo>
                  <a:pt x="12078" y="21600"/>
                </a:lnTo>
                <a:cubicBezTo>
                  <a:pt x="12078" y="20189"/>
                  <a:pt x="11506" y="19044"/>
                  <a:pt x="10800" y="19044"/>
                </a:cubicBezTo>
                <a:cubicBezTo>
                  <a:pt x="10094" y="19044"/>
                  <a:pt x="9522" y="20189"/>
                  <a:pt x="9522" y="21600"/>
                </a:cubicBezTo>
                <a:lnTo>
                  <a:pt x="0" y="21600"/>
                </a:lnTo>
                <a:cubicBezTo>
                  <a:pt x="0" y="9671"/>
                  <a:pt x="4835" y="0"/>
                  <a:pt x="10800" y="0"/>
                </a:cubicBezTo>
                <a:close/>
              </a:path>
            </a:pathLst>
          </a:custGeom>
          <a:solidFill>
            <a:schemeClr val="accent6">
              <a:lumMod val="40000"/>
              <a:lumOff val="60000"/>
            </a:schemeClr>
          </a:solidFill>
          <a:ln w="12700" cap="flat">
            <a:noFill/>
            <a:miter lim="400000"/>
          </a:ln>
          <a:effectLst/>
        </p:spPr>
        <p:txBody>
          <a:bodyPr wrap="square" lIns="26789" tIns="26789" rIns="26789" bIns="26789" numCol="1" anchor="ctr">
            <a:noAutofit/>
          </a:bodyPr>
          <a:lstStyle/>
          <a:p>
            <a:endParaRPr sz="2532" dirty="0">
              <a:latin typeface="Lato Light" panose="020F0502020204030203" pitchFamily="34" charset="0"/>
            </a:endParaRPr>
          </a:p>
        </p:txBody>
      </p:sp>
      <p:sp>
        <p:nvSpPr>
          <p:cNvPr id="21" name="Shape 21416">
            <a:extLst>
              <a:ext uri="{FF2B5EF4-FFF2-40B4-BE49-F238E27FC236}">
                <a16:creationId xmlns:a16="http://schemas.microsoft.com/office/drawing/2014/main" id="{7F0A41F9-CB38-A44B-9833-20D726BBFA63}"/>
              </a:ext>
            </a:extLst>
          </p:cNvPr>
          <p:cNvSpPr/>
          <p:nvPr/>
        </p:nvSpPr>
        <p:spPr>
          <a:xfrm>
            <a:off x="2676133" y="1716903"/>
            <a:ext cx="2196172" cy="219617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9044" y="21600"/>
                </a:lnTo>
                <a:cubicBezTo>
                  <a:pt x="19044" y="20894"/>
                  <a:pt x="19330" y="20255"/>
                  <a:pt x="19793" y="19793"/>
                </a:cubicBezTo>
                <a:cubicBezTo>
                  <a:pt x="20255" y="19330"/>
                  <a:pt x="20894" y="19044"/>
                  <a:pt x="21600" y="19044"/>
                </a:cubicBezTo>
                <a:lnTo>
                  <a:pt x="21600" y="0"/>
                </a:lnTo>
                <a:cubicBezTo>
                  <a:pt x="15635" y="0"/>
                  <a:pt x="10235" y="2418"/>
                  <a:pt x="6327" y="6327"/>
                </a:cubicBezTo>
                <a:cubicBezTo>
                  <a:pt x="2418" y="10235"/>
                  <a:pt x="0" y="15635"/>
                  <a:pt x="0" y="21600"/>
                </a:cubicBezTo>
                <a:close/>
              </a:path>
            </a:pathLst>
          </a:custGeom>
          <a:solidFill>
            <a:schemeClr val="accent1"/>
          </a:solidFill>
          <a:ln w="12700" cap="flat">
            <a:noFill/>
            <a:miter lim="400000"/>
          </a:ln>
          <a:effectLst/>
        </p:spPr>
        <p:txBody>
          <a:bodyPr wrap="square" lIns="26789" tIns="26789" rIns="26789" bIns="26789" numCol="1" anchor="ctr">
            <a:noAutofit/>
          </a:bodyPr>
          <a:lstStyle/>
          <a:p>
            <a:endParaRPr sz="2532" dirty="0">
              <a:latin typeface="Lato Light" panose="020F0502020204030203" pitchFamily="34" charset="0"/>
            </a:endParaRPr>
          </a:p>
        </p:txBody>
      </p:sp>
      <p:sp>
        <p:nvSpPr>
          <p:cNvPr id="19" name="Shape 21419">
            <a:extLst>
              <a:ext uri="{FF2B5EF4-FFF2-40B4-BE49-F238E27FC236}">
                <a16:creationId xmlns:a16="http://schemas.microsoft.com/office/drawing/2014/main" id="{A6747461-5CFF-4A4B-90D4-212246E36A1D}"/>
              </a:ext>
            </a:extLst>
          </p:cNvPr>
          <p:cNvSpPr/>
          <p:nvPr/>
        </p:nvSpPr>
        <p:spPr>
          <a:xfrm>
            <a:off x="7319698" y="3913075"/>
            <a:ext cx="2196172" cy="219617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2556"/>
                </a:lnTo>
                <a:cubicBezTo>
                  <a:pt x="706" y="2556"/>
                  <a:pt x="1345" y="2270"/>
                  <a:pt x="1807" y="1807"/>
                </a:cubicBezTo>
                <a:cubicBezTo>
                  <a:pt x="2270" y="1345"/>
                  <a:pt x="2556" y="706"/>
                  <a:pt x="2556" y="0"/>
                </a:cubicBezTo>
                <a:lnTo>
                  <a:pt x="21600" y="0"/>
                </a:lnTo>
                <a:cubicBezTo>
                  <a:pt x="21600" y="5965"/>
                  <a:pt x="19182" y="11365"/>
                  <a:pt x="15273" y="15273"/>
                </a:cubicBezTo>
                <a:cubicBezTo>
                  <a:pt x="11365" y="19182"/>
                  <a:pt x="5965" y="21600"/>
                  <a:pt x="0" y="21600"/>
                </a:cubicBezTo>
                <a:close/>
              </a:path>
            </a:pathLst>
          </a:custGeom>
          <a:solidFill>
            <a:schemeClr val="accent4"/>
          </a:solidFill>
          <a:ln w="12700" cap="flat">
            <a:noFill/>
            <a:miter lim="400000"/>
          </a:ln>
          <a:effectLst/>
        </p:spPr>
        <p:txBody>
          <a:bodyPr wrap="square" lIns="26789" tIns="26789" rIns="26789" bIns="26789" numCol="1" anchor="ctr">
            <a:noAutofit/>
          </a:bodyPr>
          <a:lstStyle/>
          <a:p>
            <a:endParaRPr sz="2532" dirty="0">
              <a:latin typeface="Lato Light" panose="020F0502020204030203" pitchFamily="34" charset="0"/>
            </a:endParaRPr>
          </a:p>
        </p:txBody>
      </p:sp>
      <p:sp>
        <p:nvSpPr>
          <p:cNvPr id="17" name="Shape 21422">
            <a:extLst>
              <a:ext uri="{FF2B5EF4-FFF2-40B4-BE49-F238E27FC236}">
                <a16:creationId xmlns:a16="http://schemas.microsoft.com/office/drawing/2014/main" id="{7B2A4160-3A67-AF47-AC8F-0DC8C392E9F8}"/>
              </a:ext>
            </a:extLst>
          </p:cNvPr>
          <p:cNvSpPr/>
          <p:nvPr/>
        </p:nvSpPr>
        <p:spPr>
          <a:xfrm>
            <a:off x="4864201" y="1716902"/>
            <a:ext cx="2196165" cy="219617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9044"/>
                </a:lnTo>
                <a:cubicBezTo>
                  <a:pt x="706" y="19044"/>
                  <a:pt x="1345" y="19330"/>
                  <a:pt x="1807" y="19793"/>
                </a:cubicBezTo>
                <a:cubicBezTo>
                  <a:pt x="2270" y="20255"/>
                  <a:pt x="2556" y="20894"/>
                  <a:pt x="2556" y="21600"/>
                </a:cubicBezTo>
                <a:lnTo>
                  <a:pt x="21600" y="21600"/>
                </a:lnTo>
                <a:cubicBezTo>
                  <a:pt x="21600" y="15635"/>
                  <a:pt x="19182" y="10235"/>
                  <a:pt x="15273" y="6327"/>
                </a:cubicBezTo>
                <a:cubicBezTo>
                  <a:pt x="11365" y="2418"/>
                  <a:pt x="5965" y="0"/>
                  <a:pt x="0" y="0"/>
                </a:cubicBezTo>
                <a:close/>
              </a:path>
            </a:pathLst>
          </a:custGeom>
          <a:solidFill>
            <a:schemeClr val="accent1"/>
          </a:solidFill>
          <a:ln w="12700" cap="flat">
            <a:noFill/>
            <a:miter lim="400000"/>
          </a:ln>
          <a:effectLst/>
        </p:spPr>
        <p:txBody>
          <a:bodyPr wrap="square" lIns="26789" tIns="26789" rIns="26789" bIns="26789" numCol="1" anchor="ctr">
            <a:noAutofit/>
          </a:bodyPr>
          <a:lstStyle/>
          <a:p>
            <a:endParaRPr sz="2532" dirty="0">
              <a:latin typeface="Lato Light" panose="020F0502020204030203" pitchFamily="34" charset="0"/>
            </a:endParaRPr>
          </a:p>
        </p:txBody>
      </p:sp>
      <p:sp>
        <p:nvSpPr>
          <p:cNvPr id="18" name="Shape 21423">
            <a:extLst>
              <a:ext uri="{FF2B5EF4-FFF2-40B4-BE49-F238E27FC236}">
                <a16:creationId xmlns:a16="http://schemas.microsoft.com/office/drawing/2014/main" id="{B1C6FC89-A4BF-9040-A293-2AC598C9F498}"/>
              </a:ext>
            </a:extLst>
          </p:cNvPr>
          <p:cNvSpPr/>
          <p:nvPr/>
        </p:nvSpPr>
        <p:spPr>
          <a:xfrm>
            <a:off x="5123527" y="3913076"/>
            <a:ext cx="2204276" cy="2196189"/>
          </a:xfrm>
          <a:custGeom>
            <a:avLst/>
            <a:gdLst/>
            <a:ahLst/>
            <a:cxnLst>
              <a:cxn ang="0">
                <a:pos x="wd2" y="hd2"/>
              </a:cxn>
              <a:cxn ang="5400000">
                <a:pos x="wd2" y="hd2"/>
              </a:cxn>
              <a:cxn ang="10800000">
                <a:pos x="wd2" y="hd2"/>
              </a:cxn>
              <a:cxn ang="16200000">
                <a:pos x="wd2" y="hd2"/>
              </a:cxn>
            </a:cxnLst>
            <a:rect l="0" t="0" r="r" b="b"/>
            <a:pathLst>
              <a:path w="21600" h="21578" extrusionOk="0">
                <a:moveTo>
                  <a:pt x="0" y="0"/>
                </a:moveTo>
                <a:lnTo>
                  <a:pt x="18974" y="0"/>
                </a:lnTo>
                <a:cubicBezTo>
                  <a:pt x="18974" y="705"/>
                  <a:pt x="19259" y="1343"/>
                  <a:pt x="19720" y="1805"/>
                </a:cubicBezTo>
                <a:cubicBezTo>
                  <a:pt x="20198" y="2284"/>
                  <a:pt x="20862" y="2572"/>
                  <a:pt x="21590" y="2553"/>
                </a:cubicBezTo>
                <a:lnTo>
                  <a:pt x="21600" y="21578"/>
                </a:lnTo>
                <a:cubicBezTo>
                  <a:pt x="15630" y="21600"/>
                  <a:pt x="10218" y="19183"/>
                  <a:pt x="6303" y="15258"/>
                </a:cubicBezTo>
                <a:cubicBezTo>
                  <a:pt x="2409" y="11353"/>
                  <a:pt x="0" y="5959"/>
                  <a:pt x="0" y="0"/>
                </a:cubicBezTo>
                <a:close/>
              </a:path>
            </a:pathLst>
          </a:custGeom>
          <a:solidFill>
            <a:schemeClr val="accent4"/>
          </a:solidFill>
          <a:ln w="12700" cap="flat">
            <a:noFill/>
            <a:miter lim="400000"/>
          </a:ln>
          <a:effectLst/>
        </p:spPr>
        <p:txBody>
          <a:bodyPr wrap="square" lIns="26789" tIns="26789" rIns="26789" bIns="26789" numCol="1" anchor="ctr">
            <a:noAutofit/>
          </a:bodyPr>
          <a:lstStyle/>
          <a:p>
            <a:endParaRPr sz="2532" dirty="0">
              <a:latin typeface="Lato Light" panose="020F0502020204030203" pitchFamily="34" charset="0"/>
            </a:endParaRPr>
          </a:p>
        </p:txBody>
      </p:sp>
      <p:sp>
        <p:nvSpPr>
          <p:cNvPr id="35" name="TextBox 34">
            <a:extLst>
              <a:ext uri="{FF2B5EF4-FFF2-40B4-BE49-F238E27FC236}">
                <a16:creationId xmlns:a16="http://schemas.microsoft.com/office/drawing/2014/main" id="{A1C33059-4FAC-414C-A2CC-99C7600E620A}"/>
              </a:ext>
            </a:extLst>
          </p:cNvPr>
          <p:cNvSpPr txBox="1"/>
          <p:nvPr/>
        </p:nvSpPr>
        <p:spPr>
          <a:xfrm>
            <a:off x="3312103" y="4258413"/>
            <a:ext cx="1740823" cy="1221553"/>
          </a:xfrm>
          <a:prstGeom prst="rect">
            <a:avLst/>
          </a:prstGeom>
          <a:noFill/>
        </p:spPr>
        <p:txBody>
          <a:bodyPr wrap="square" rtlCol="0" anchor="t">
            <a:spAutoFit/>
          </a:bodyPr>
          <a:lstStyle/>
          <a:p>
            <a:pPr algn="ctr">
              <a:lnSpc>
                <a:spcPts val="1750"/>
              </a:lnSpc>
              <a:spcBef>
                <a:spcPts val="900"/>
              </a:spcBef>
            </a:pPr>
            <a:r>
              <a:rPr lang="en-US" sz="1200" dirty="0">
                <a:solidFill>
                  <a:schemeClr val="tx2"/>
                </a:solidFill>
                <a:latin typeface="Lato Light" panose="020F0502020204030203" pitchFamily="34" charset="0"/>
                <a:ea typeface="Lato Light" panose="020F0502020204030203" pitchFamily="34" charset="0"/>
                <a:cs typeface="Lato Light" panose="020F0502020204030203" pitchFamily="34" charset="0"/>
              </a:rPr>
              <a:t>VAPT Tracking &amp; dashboarding Tool development Integration with Ticketing Tool.</a:t>
            </a:r>
          </a:p>
        </p:txBody>
      </p:sp>
      <p:sp>
        <p:nvSpPr>
          <p:cNvPr id="36" name="TextBox 35">
            <a:extLst>
              <a:ext uri="{FF2B5EF4-FFF2-40B4-BE49-F238E27FC236}">
                <a16:creationId xmlns:a16="http://schemas.microsoft.com/office/drawing/2014/main" id="{D8BD9FF5-829F-E94B-BE9B-86CB802EAB3F}"/>
              </a:ext>
            </a:extLst>
          </p:cNvPr>
          <p:cNvSpPr txBox="1"/>
          <p:nvPr/>
        </p:nvSpPr>
        <p:spPr>
          <a:xfrm>
            <a:off x="6990988" y="2319627"/>
            <a:ext cx="1740823" cy="990720"/>
          </a:xfrm>
          <a:prstGeom prst="rect">
            <a:avLst/>
          </a:prstGeom>
          <a:noFill/>
        </p:spPr>
        <p:txBody>
          <a:bodyPr wrap="square" rtlCol="0" anchor="t">
            <a:spAutoFit/>
          </a:bodyPr>
          <a:lstStyle/>
          <a:p>
            <a:pPr algn="ctr">
              <a:lnSpc>
                <a:spcPts val="1750"/>
              </a:lnSpc>
              <a:spcBef>
                <a:spcPts val="900"/>
              </a:spcBef>
            </a:pPr>
            <a:r>
              <a:rPr lang="en-US" sz="1200" dirty="0">
                <a:solidFill>
                  <a:schemeClr val="tx2"/>
                </a:solidFill>
                <a:latin typeface="Lato Light" panose="020F0502020204030203" pitchFamily="34" charset="0"/>
                <a:ea typeface="Lato Light" panose="020F0502020204030203" pitchFamily="34" charset="0"/>
                <a:cs typeface="Lato Light" panose="020F0502020204030203" pitchFamily="34" charset="0"/>
              </a:rPr>
              <a:t>Plan to develop SNMP monitoring tool along with integration of Ticketing tool</a:t>
            </a:r>
          </a:p>
        </p:txBody>
      </p:sp>
      <p:pic>
        <p:nvPicPr>
          <p:cNvPr id="3" name="Graphic 2" descr="Monitor with solid fill">
            <a:extLst>
              <a:ext uri="{FF2B5EF4-FFF2-40B4-BE49-F238E27FC236}">
                <a16:creationId xmlns:a16="http://schemas.microsoft.com/office/drawing/2014/main" id="{55C61534-3B96-66A0-97B9-F91584CA568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286614" y="2514600"/>
            <a:ext cx="914400" cy="914400"/>
          </a:xfrm>
          <a:prstGeom prst="rect">
            <a:avLst/>
          </a:prstGeom>
        </p:spPr>
      </p:pic>
      <p:pic>
        <p:nvPicPr>
          <p:cNvPr id="5" name="Graphic 4" descr="Label with solid fill">
            <a:extLst>
              <a:ext uri="{FF2B5EF4-FFF2-40B4-BE49-F238E27FC236}">
                <a16:creationId xmlns:a16="http://schemas.microsoft.com/office/drawing/2014/main" id="{866E0708-6EF3-9C18-A822-186EC1BEAA4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85558" y="2240110"/>
            <a:ext cx="914400" cy="914400"/>
          </a:xfrm>
          <a:prstGeom prst="rect">
            <a:avLst/>
          </a:prstGeom>
        </p:spPr>
      </p:pic>
      <p:pic>
        <p:nvPicPr>
          <p:cNvPr id="9" name="Graphic 8" descr="Radioactive with solid fill">
            <a:extLst>
              <a:ext uri="{FF2B5EF4-FFF2-40B4-BE49-F238E27FC236}">
                <a16:creationId xmlns:a16="http://schemas.microsoft.com/office/drawing/2014/main" id="{DB8D460A-EA75-BE54-F53E-1F0A51C4B7B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911785" y="4420004"/>
            <a:ext cx="914400" cy="914400"/>
          </a:xfrm>
          <a:prstGeom prst="rect">
            <a:avLst/>
          </a:prstGeom>
        </p:spPr>
      </p:pic>
      <p:pic>
        <p:nvPicPr>
          <p:cNvPr id="7" name="Graphic 6" descr="Label with solid fill">
            <a:extLst>
              <a:ext uri="{FF2B5EF4-FFF2-40B4-BE49-F238E27FC236}">
                <a16:creationId xmlns:a16="http://schemas.microsoft.com/office/drawing/2014/main" id="{491842E6-79C6-9EC2-EA79-278F7A51083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98230" y="4076450"/>
            <a:ext cx="914400" cy="914400"/>
          </a:xfrm>
          <a:prstGeom prst="rect">
            <a:avLst/>
          </a:prstGeom>
        </p:spPr>
      </p:pic>
    </p:spTree>
    <p:extLst>
      <p:ext uri="{BB962C8B-B14F-4D97-AF65-F5344CB8AC3E}">
        <p14:creationId xmlns:p14="http://schemas.microsoft.com/office/powerpoint/2010/main" val="24883435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44380B69-D111-4EC8-B5F3-0369D510DD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1CAAA14-CD09-3418-AFDE-E823805A4915}"/>
              </a:ext>
            </a:extLst>
          </p:cNvPr>
          <p:cNvSpPr txBox="1"/>
          <p:nvPr/>
        </p:nvSpPr>
        <p:spPr>
          <a:xfrm>
            <a:off x="2218340" y="2984864"/>
            <a:ext cx="9135460" cy="2863778"/>
          </a:xfrm>
          <a:prstGeom prst="rect">
            <a:avLst/>
          </a:prstGeom>
        </p:spPr>
        <p:txBody>
          <a:bodyPr vert="horz" lIns="91440" tIns="45720" rIns="91440" bIns="45720" rtlCol="0" anchor="b">
            <a:normAutofit/>
          </a:bodyPr>
          <a:lstStyle/>
          <a:p>
            <a:pPr marR="0" lvl="0" algn="r" fontAlgn="auto">
              <a:spcBef>
                <a:spcPct val="0"/>
              </a:spcBef>
              <a:spcAft>
                <a:spcPts val="600"/>
              </a:spcAft>
              <a:buClr>
                <a:schemeClr val="tx2"/>
              </a:buClr>
              <a:buSzTx/>
              <a:tabLst/>
              <a:defRPr/>
            </a:pPr>
            <a:r>
              <a:rPr kumimoji="0" lang="en-US" sz="6600" b="1" i="0" u="none" strike="noStrike" cap="none" spc="0" normalizeH="0" baseline="0" noProof="0">
                <a:ln>
                  <a:noFill/>
                </a:ln>
                <a:gradFill>
                  <a:gsLst>
                    <a:gs pos="100000">
                      <a:schemeClr val="tx2"/>
                    </a:gs>
                    <a:gs pos="0">
                      <a:schemeClr val="accent1"/>
                    </a:gs>
                  </a:gsLst>
                  <a:lin ang="0" scaled="1"/>
                </a:gradFill>
                <a:effectLst/>
                <a:uLnTx/>
                <a:uFillTx/>
                <a:latin typeface="Aharoni" panose="02010803020104030203" pitchFamily="2" charset="-79"/>
                <a:cs typeface="Angsana New" panose="02020603050405020304" pitchFamily="18" charset="-34"/>
              </a:rPr>
              <a:t>Thank you</a:t>
            </a:r>
          </a:p>
        </p:txBody>
      </p:sp>
    </p:spTree>
    <p:extLst>
      <p:ext uri="{BB962C8B-B14F-4D97-AF65-F5344CB8AC3E}">
        <p14:creationId xmlns:p14="http://schemas.microsoft.com/office/powerpoint/2010/main" val="10400903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FadeVTI">
  <a:themeElements>
    <a:clrScheme name="gradient">
      <a:dk1>
        <a:sysClr val="windowText" lastClr="000000"/>
      </a:dk1>
      <a:lt1>
        <a:sysClr val="window" lastClr="FFFFFF"/>
      </a:lt1>
      <a:dk2>
        <a:srgbClr val="203040"/>
      </a:dk2>
      <a:lt2>
        <a:srgbClr val="ECF0F0"/>
      </a:lt2>
      <a:accent1>
        <a:srgbClr val="00BAC8"/>
      </a:accent1>
      <a:accent2>
        <a:srgbClr val="794DFF"/>
      </a:accent2>
      <a:accent3>
        <a:srgbClr val="00D17D"/>
      </a:accent3>
      <a:accent4>
        <a:srgbClr val="E69500"/>
      </a:accent4>
      <a:accent5>
        <a:srgbClr val="FE5D21"/>
      </a:accent5>
      <a:accent6>
        <a:srgbClr val="DA2A69"/>
      </a:accent6>
      <a:hlink>
        <a:srgbClr val="3E8FF1"/>
      </a:hlink>
      <a:folHlink>
        <a:srgbClr val="939393"/>
      </a:folHlink>
    </a:clrScheme>
    <a:fontScheme name="Custom 49">
      <a:majorFont>
        <a:latin typeface="Aharon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adeVTI" id="{1194088A-B135-4437-9FD8-7466BBC13A13}" vid="{B787DE2F-1995-45D8-A8E2-6B5CC521AC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otalTime>232</TotalTime>
  <Words>4602</Words>
  <Application>Microsoft Macintosh PowerPoint</Application>
  <PresentationFormat>Widescreen</PresentationFormat>
  <Paragraphs>315</Paragraphs>
  <Slides>19</Slides>
  <Notes>0</Notes>
  <HiddenSlides>4</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19</vt:i4>
      </vt:variant>
    </vt:vector>
  </HeadingPairs>
  <TitlesOfParts>
    <vt:vector size="30" baseType="lpstr">
      <vt:lpstr>Aharoni</vt:lpstr>
      <vt:lpstr>Amasis MT Pro</vt:lpstr>
      <vt:lpstr>Aptos</vt:lpstr>
      <vt:lpstr>Aptos Display</vt:lpstr>
      <vt:lpstr>Arial</vt:lpstr>
      <vt:lpstr>Avenir Next LT Pro</vt:lpstr>
      <vt:lpstr>Calibri</vt:lpstr>
      <vt:lpstr>Lato Light</vt:lpstr>
      <vt:lpstr>Poppins</vt:lpstr>
      <vt:lpstr>FadeVTI</vt:lpstr>
      <vt:lpstr>Office Theme</vt:lpstr>
      <vt:lpstr>Security Services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vignesh natarajan</dc:creator>
  <cp:lastModifiedBy>vignesh natarajan</cp:lastModifiedBy>
  <cp:revision>8</cp:revision>
  <dcterms:created xsi:type="dcterms:W3CDTF">2024-06-19T18:59:00Z</dcterms:created>
  <dcterms:modified xsi:type="dcterms:W3CDTF">2024-06-24T20:02:25Z</dcterms:modified>
</cp:coreProperties>
</file>